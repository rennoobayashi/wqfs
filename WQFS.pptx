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63" r:id="rId3"/>
    <p:sldId id="267" r:id="rId4"/>
    <p:sldId id="266" r:id="rId5"/>
    <p:sldId id="261" r:id="rId6"/>
    <p:sldId id="264" r:id="rId7"/>
    <p:sldId id="265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9D08E"/>
    <a:srgbClr val="8ED973"/>
    <a:srgbClr val="00B0F0"/>
    <a:srgbClr val="92D050"/>
    <a:srgbClr val="FF2D2D"/>
    <a:srgbClr val="FF1919"/>
    <a:srgbClr val="FF0101"/>
    <a:srgbClr val="FF3F3F"/>
    <a:srgbClr val="FF5B5B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4F6B2B-955B-4EA7-8C2C-A0B50ACC62EA}" v="16" dt="2025-10-08T05:25:26.18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36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77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121" d="100"/>
          <a:sy n="121" d="100"/>
        </p:scale>
        <p:origin x="5020" y="9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AE193D-720A-4563-AA71-141E9FDCE958}" type="datetimeFigureOut">
              <a:rPr lang="ko-KR" altLang="en-US" smtClean="0"/>
              <a:t>2025-10-14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75AEB5-661D-47AA-8B68-B3592D7F979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43826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75AEB5-661D-47AA-8B68-B3592D7F979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76167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C98168-0A97-9FF2-F7D4-1ECC57FC1F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C79E55A-9A99-930D-18D8-A1DD93C193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ABFBDA-D477-77D7-7CA9-E2D7E50D0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2025-10-14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A47B9B-3D1A-CF88-E644-ED22937D8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BEB740-DE5B-B76C-330A-06CEEBD65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398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F53AF8-7DB0-5A26-0B7C-240CD4BE2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0406"/>
            <a:ext cx="10515600" cy="725034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사각형: 둥근 위쪽 모서리 6">
            <a:extLst>
              <a:ext uri="{FF2B5EF4-FFF2-40B4-BE49-F238E27FC236}">
                <a16:creationId xmlns:a16="http://schemas.microsoft.com/office/drawing/2014/main" id="{CC6B5E22-D83E-5CDD-DE41-9AA20F3F8F1E}"/>
              </a:ext>
            </a:extLst>
          </p:cNvPr>
          <p:cNvSpPr/>
          <p:nvPr userDrawn="1"/>
        </p:nvSpPr>
        <p:spPr>
          <a:xfrm>
            <a:off x="376052" y="6176963"/>
            <a:ext cx="11439896" cy="681037"/>
          </a:xfrm>
          <a:prstGeom prst="round2Same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1A5A90E-0246-56CB-05EE-26C4E590EA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5"/>
            <a:ext cx="10515600" cy="514776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  <a:lvl2pPr>
              <a:defRPr sz="20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7DB812-E764-100A-5EB4-C2D6A3BEB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33413" y="6356350"/>
            <a:ext cx="965859" cy="365125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fld id="{E694CC86-33DA-4CBD-A678-F7DD024C14A4}" type="slidenum">
              <a:rPr lang="ko-KR" altLang="en-US" smtClean="0"/>
              <a:pPr/>
              <a:t>‹#›</a:t>
            </a:fld>
            <a:r>
              <a:rPr lang="en-US" altLang="ko-KR" dirty="0"/>
              <a:t>/##</a:t>
            </a:r>
            <a:endParaRPr lang="ko-KR" altLang="en-US" dirty="0"/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459E5DB4-7844-B844-3A26-29C0CB85EF31}"/>
              </a:ext>
            </a:extLst>
          </p:cNvPr>
          <p:cNvCxnSpPr>
            <a:cxnSpLocks/>
          </p:cNvCxnSpPr>
          <p:nvPr userDrawn="1"/>
        </p:nvCxnSpPr>
        <p:spPr>
          <a:xfrm>
            <a:off x="142504" y="894608"/>
            <a:ext cx="11934701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  <a:prstDash val="solid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A31B6C6-7021-D05C-4034-28922A981FDF}"/>
              </a:ext>
            </a:extLst>
          </p:cNvPr>
          <p:cNvSpPr txBox="1"/>
          <p:nvPr userDrawn="1"/>
        </p:nvSpPr>
        <p:spPr>
          <a:xfrm>
            <a:off x="5625629" y="6356350"/>
            <a:ext cx="1083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WQFS</a:t>
            </a:r>
            <a:endParaRPr lang="ko-KR" altLang="en-US" dirty="0">
              <a:solidFill>
                <a:schemeClr val="bg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3866108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FF7B73-BF6E-D1BB-C735-6FE9E3E17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0DE0898-4141-75EA-D3AE-78DC569E59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E8BC860-778E-F9A6-0772-56B496671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2025-10-14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14BB5A-1537-DD20-294E-F258647D5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7C9AC6A-BA24-4E09-A3C8-B77879512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3494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13C18B-B30C-5228-AD14-31181350A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04FA97E-0081-ED45-3AB4-86729EAA45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345C145-C818-5F59-0B8C-B2BE96C05D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66968A-871B-A549-5284-24CDCC1B8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2025-10-14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958042A-2CE4-BEB7-D84A-EE82B6B4D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8B81584-9760-CFB7-9271-C376C6E34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6867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6D3F6B-5FEB-0FAF-EBE6-ABF6E12034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B576ABC-38AE-23FC-E716-2E4482386B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456973-7B38-0243-336C-50568BF692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45766AE-852A-0135-5702-B5F916A0FB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F2B787-24E8-CA98-357E-45340B022C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85681D6-E4B5-DC14-CB43-C30D9FE5C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2025-10-14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5F3349F-FD3E-97C8-C1A6-5FD1F578A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00857B7-C0B7-6E67-0E4C-527FFB52D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4446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AE94DF-B5D3-E4A8-7948-09CBDECD5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DE737BA-04F9-1B72-3ADC-E7D9F4C14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2025-10-14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141AD69-0452-AC90-BF74-0EE0EA0966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5721304-4C54-F4A3-1EDE-52AF0E04A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4401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08E2051-1EE8-FABC-1795-B323C8399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2025-10-14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61979E1-20ED-3457-6159-B5BAE3D2D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EBE655-A4B8-E3ED-A4B6-14AC20867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00357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5E70BE-3952-B6F0-08E3-C268632B6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8CEF35-CA5B-2519-75DC-2930CE31BE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AA1C5B7-053E-049C-E87E-864C4F2BF3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BD52A5E-3438-041A-C7A3-92AEE8312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2025-10-14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C84C644-7C62-38F2-2068-2FCD286A6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C27A2C1-C6BF-0AB7-29C4-70AA28DCC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04452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3E8914-5EB0-B962-C33D-87F9083FB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305CB22-5208-A7FB-31E0-4B2A76304D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F3F4396-A1AF-C1B3-2E65-343CD828A6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A6577CC-D973-B0B3-4A05-7004F4DC96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2025-10-14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3E760FC-CE82-E39E-BFD6-EEE9707A8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EFF2A8-A55C-3BBB-309C-F007830DC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67676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ED9B2C-54EC-092A-70C9-326205007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C5D8C25-9486-2F20-CD5C-B69646517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C7864A4-9765-9F2F-D454-3DD9AFB3A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2025-10-14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FC8299-AA22-B710-764A-D8D4626EA3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CB4946-787E-ABC4-AEA8-E2E005A8C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59341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3EE9A9B-9B2A-C5DE-8D52-3C0B6439B7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E91A96A-1DBB-D94E-12DD-3DF01C2660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B7DD3D-C192-510B-1588-D54CC67A90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2025-10-14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9CDB6CA-041D-2010-72A5-5217A9D58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4BAB71-AEC8-364C-65CB-0551C6FE8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8676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819D53D-0972-8C8F-311F-4A7A8C0BE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7F91D6-8F96-A87E-E35A-8201CC20BE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B7BFD77-0EA9-B63F-B1AE-319C596CF1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44D894-CCE4-4219-86B7-733D27BABF13}" type="datetimeFigureOut">
              <a:rPr lang="ko-KR" altLang="en-US" smtClean="0"/>
              <a:t>2025-10-14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870978-E6DF-55B0-9D8E-62FAE80D14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B9BEA4-BDE5-0F5D-7B02-14C1683AEA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6881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gi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gi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gif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76628AFA-07F6-6A1C-1CA2-29D76184BE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63827" y="0"/>
            <a:ext cx="13119652" cy="6858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A2A81DE-97FA-25A3-2074-0D5E1CC511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01837"/>
            <a:ext cx="9144000" cy="933479"/>
          </a:xfrm>
        </p:spPr>
        <p:txBody>
          <a:bodyPr anchor="ctr"/>
          <a:lstStyle/>
          <a:p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WQFS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727B34A-FF70-5C7D-A3C8-15B8F4AC26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027392"/>
            <a:ext cx="9144000" cy="427840"/>
          </a:xfrm>
        </p:spPr>
        <p:txBody>
          <a:bodyPr anchor="ctr"/>
          <a:lstStyle/>
          <a:p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(W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orld event &amp; 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Q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uest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 F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usion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 S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ystem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1CC9D879-4FB4-47A7-8A4E-AC82EE2020A2}"/>
              </a:ext>
            </a:extLst>
          </p:cNvPr>
          <p:cNvSpPr txBox="1">
            <a:spLocks/>
          </p:cNvSpPr>
          <p:nvPr/>
        </p:nvSpPr>
        <p:spPr>
          <a:xfrm>
            <a:off x="5052970" y="4794308"/>
            <a:ext cx="1993782" cy="427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202444086 </a:t>
            </a:r>
            <a:r>
              <a:rPr lang="ko-KR" altLang="en-US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이인희</a:t>
            </a:r>
          </a:p>
        </p:txBody>
      </p:sp>
      <p:sp>
        <p:nvSpPr>
          <p:cNvPr id="6" name="부제목 2">
            <a:extLst>
              <a:ext uri="{FF2B5EF4-FFF2-40B4-BE49-F238E27FC236}">
                <a16:creationId xmlns:a16="http://schemas.microsoft.com/office/drawing/2014/main" id="{3FE9E06B-E659-DD8B-890B-9DA9275F5E2D}"/>
              </a:ext>
            </a:extLst>
          </p:cNvPr>
          <p:cNvSpPr txBox="1">
            <a:spLocks/>
          </p:cNvSpPr>
          <p:nvPr/>
        </p:nvSpPr>
        <p:spPr>
          <a:xfrm>
            <a:off x="1524000" y="3575806"/>
            <a:ext cx="9144000" cy="10423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월드 이벤트 </a:t>
            </a:r>
            <a:r>
              <a:rPr lang="en-US" altLang="ko-KR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&amp; </a:t>
            </a:r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퀘스트 </a:t>
            </a:r>
            <a:endParaRPr lang="en-US" altLang="ko-KR" sz="2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융합 시스템</a:t>
            </a:r>
            <a:endParaRPr lang="en-US" altLang="ko-KR" sz="2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r>
              <a:rPr lang="en-US" altLang="ko-KR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(4</a:t>
            </a:r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주차</a:t>
            </a:r>
            <a:r>
              <a:rPr lang="en-US" altLang="ko-KR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  <a:endParaRPr lang="ko-KR" altLang="en-US" sz="2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0" name="부제목 2">
            <a:extLst>
              <a:ext uri="{FF2B5EF4-FFF2-40B4-BE49-F238E27FC236}">
                <a16:creationId xmlns:a16="http://schemas.microsoft.com/office/drawing/2014/main" id="{A1112FEA-B54C-E0DD-1E8E-20EDE647DF8C}"/>
              </a:ext>
            </a:extLst>
          </p:cNvPr>
          <p:cNvSpPr txBox="1">
            <a:spLocks/>
          </p:cNvSpPr>
          <p:nvPr/>
        </p:nvSpPr>
        <p:spPr>
          <a:xfrm>
            <a:off x="9478920" y="8210549"/>
            <a:ext cx="1993782" cy="427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Background by</a:t>
            </a:r>
            <a:endParaRPr lang="ko-KR" altLang="en-US" sz="1200" dirty="0">
              <a:solidFill>
                <a:schemeClr val="bg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6" name="부제목 2">
            <a:extLst>
              <a:ext uri="{FF2B5EF4-FFF2-40B4-BE49-F238E27FC236}">
                <a16:creationId xmlns:a16="http://schemas.microsoft.com/office/drawing/2014/main" id="{A89C96B5-E020-97BE-824A-E3AD0345BC4C}"/>
              </a:ext>
            </a:extLst>
          </p:cNvPr>
          <p:cNvSpPr txBox="1">
            <a:spLocks/>
          </p:cNvSpPr>
          <p:nvPr/>
        </p:nvSpPr>
        <p:spPr>
          <a:xfrm>
            <a:off x="9764670" y="6276527"/>
            <a:ext cx="2236830" cy="427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Background</a:t>
            </a:r>
            <a:r>
              <a:rPr lang="ko-KR" altLang="en-US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by</a:t>
            </a:r>
            <a:r>
              <a:rPr lang="ko-KR" altLang="en-US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Gemini</a:t>
            </a:r>
            <a:endParaRPr lang="ko-KR" altLang="en-US" sz="1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854722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8F4D4B-49ED-B39A-0A48-7B275211D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테크</a:t>
            </a:r>
            <a:r>
              <a:rPr lang="ko-KR" altLang="en-US" dirty="0"/>
              <a:t> 데모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16B30C5-E8FE-48BA-2C53-C14D198509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5"/>
            <a:ext cx="5393267" cy="1510805"/>
          </a:xfrm>
        </p:spPr>
        <p:txBody>
          <a:bodyPr/>
          <a:lstStyle/>
          <a:p>
            <a:r>
              <a:rPr lang="ko-KR" altLang="en-US" dirty="0"/>
              <a:t>장르</a:t>
            </a:r>
            <a:r>
              <a:rPr lang="en-US" altLang="ko-KR" dirty="0"/>
              <a:t>: 2D, </a:t>
            </a:r>
            <a:r>
              <a:rPr lang="ko-KR" altLang="en-US" dirty="0"/>
              <a:t>어드벤처</a:t>
            </a:r>
            <a:endParaRPr lang="en-US" altLang="ko-KR" dirty="0"/>
          </a:p>
          <a:p>
            <a:r>
              <a:rPr lang="ko-KR" altLang="en-US" dirty="0"/>
              <a:t>사용 에디터</a:t>
            </a:r>
            <a:r>
              <a:rPr lang="en-US" altLang="ko-KR" dirty="0"/>
              <a:t>: Visual studio 2022</a:t>
            </a:r>
          </a:p>
          <a:p>
            <a:r>
              <a:rPr lang="ko-KR" altLang="en-US" dirty="0"/>
              <a:t>그래픽 </a:t>
            </a:r>
            <a:r>
              <a:rPr lang="en-US" altLang="ko-KR" dirty="0"/>
              <a:t>API: OpenGL</a:t>
            </a:r>
          </a:p>
          <a:p>
            <a:pPr lvl="1"/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587B65-C485-174B-1A51-239CFC31B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2</a:t>
            </a:fld>
            <a:r>
              <a:rPr lang="en-US" altLang="ko-KR" dirty="0"/>
              <a:t>/7</a:t>
            </a:r>
            <a:endParaRPr lang="ko-KR" altLang="en-US" dirty="0"/>
          </a:p>
        </p:txBody>
      </p:sp>
      <p:pic>
        <p:nvPicPr>
          <p:cNvPr id="6" name="그림 5" descr="스크린샷, 텍스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A225C33-EBE8-D192-8C03-E9F00F6A0A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5400" y="2295277"/>
            <a:ext cx="4368799" cy="3811991"/>
          </a:xfrm>
          <a:prstGeom prst="rect">
            <a:avLst/>
          </a:prstGeom>
        </p:spPr>
      </p:pic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9E41B415-C5F2-164F-E31D-6B75794D3225}"/>
              </a:ext>
            </a:extLst>
          </p:cNvPr>
          <p:cNvSpPr txBox="1">
            <a:spLocks/>
          </p:cNvSpPr>
          <p:nvPr/>
        </p:nvSpPr>
        <p:spPr>
          <a:xfrm>
            <a:off x="8561009" y="1784597"/>
            <a:ext cx="2455333" cy="4862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dirty="0" err="1"/>
              <a:t>젤다의</a:t>
            </a:r>
            <a:r>
              <a:rPr lang="ko-KR" altLang="en-US" dirty="0"/>
              <a:t> 전설 </a:t>
            </a:r>
            <a:r>
              <a:rPr lang="en-US" altLang="ko-KR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7383375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0C2F75-5A1A-5722-B672-A40910AA6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082516-150C-F92C-F18E-FBD6A72A1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테크</a:t>
            </a:r>
            <a:r>
              <a:rPr lang="ko-KR" altLang="en-US" dirty="0"/>
              <a:t> 데모 시나리오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8329B6C-3F8B-549E-1619-92004C82E8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5"/>
            <a:ext cx="10515600" cy="3415805"/>
          </a:xfrm>
        </p:spPr>
        <p:txBody>
          <a:bodyPr/>
          <a:lstStyle/>
          <a:p>
            <a:r>
              <a:rPr lang="en-US" altLang="ko-KR" dirty="0"/>
              <a:t>NPC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월드 이벤트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A8CADB-4FC6-7096-85E8-3336C1052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3</a:t>
            </a:fld>
            <a:r>
              <a:rPr lang="en-US" altLang="ko-KR" dirty="0"/>
              <a:t>/7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1C8308C-1D1A-812C-786E-D609A6BCB0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0" t="-5311" r="-412" b="-3023"/>
          <a:stretch>
            <a:fillRect/>
          </a:stretch>
        </p:blipFill>
        <p:spPr>
          <a:xfrm>
            <a:off x="1170631" y="1283195"/>
            <a:ext cx="6602619" cy="1962422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5F071E96-098A-EBE7-9B6C-2187DA08D2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213" y="3825788"/>
            <a:ext cx="3266719" cy="1627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69411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798D7E-2C6B-C2FE-9E82-8E364995E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테크</a:t>
            </a:r>
            <a:r>
              <a:rPr lang="ko-KR" altLang="en-US" dirty="0"/>
              <a:t> 데모 시나리오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0E27C04-CC13-2554-869E-59F41E9671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5"/>
            <a:ext cx="10515600" cy="545605"/>
          </a:xfrm>
        </p:spPr>
        <p:txBody>
          <a:bodyPr/>
          <a:lstStyle/>
          <a:p>
            <a:r>
              <a:rPr lang="ko-KR" altLang="en-US" dirty="0"/>
              <a:t>보상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47041E3-9D4E-1D0F-F3F5-351CC4E97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4</a:t>
            </a:fld>
            <a:r>
              <a:rPr lang="en-US" altLang="ko-KR" dirty="0"/>
              <a:t>/7</a:t>
            </a:r>
          </a:p>
          <a:p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BDEC501-808E-1FC8-5156-C8D5D341A4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70"/>
          <a:stretch>
            <a:fillRect/>
          </a:stretch>
        </p:blipFill>
        <p:spPr>
          <a:xfrm>
            <a:off x="902757" y="1574800"/>
            <a:ext cx="6007346" cy="2719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2071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66CAED06-7FA4-F92B-1D27-7A54A4375E06}"/>
              </a:ext>
            </a:extLst>
          </p:cNvPr>
          <p:cNvSpPr/>
          <p:nvPr/>
        </p:nvSpPr>
        <p:spPr>
          <a:xfrm>
            <a:off x="609600" y="5840557"/>
            <a:ext cx="6193134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DB83A0E-DCBD-DCCF-F386-9B07EF3C3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86E884-87DB-5ABE-6196-6A132F246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5</a:t>
            </a:fld>
            <a:r>
              <a:rPr lang="en-US" altLang="ko-KR" dirty="0"/>
              <a:t>/7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CB8E7C4A-D93C-D837-944E-BB795C118DFF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9520F0-7A6C-8350-E78B-AD406B07767A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30A42D-4534-41F5-6BC6-CA3026819793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553A29C-4C79-3F17-16A8-ED7218F0DECF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65%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339EAAC6-310E-FFAE-844F-E87CB6BD80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5"/>
            <a:ext cx="2387321" cy="1764247"/>
          </a:xfrm>
        </p:spPr>
        <p:txBody>
          <a:bodyPr>
            <a:normAutofit/>
          </a:bodyPr>
          <a:lstStyle/>
          <a:p>
            <a:r>
              <a:rPr lang="ko-KR" altLang="en-US" dirty="0"/>
              <a:t>플레이어</a:t>
            </a:r>
            <a:endParaRPr lang="en-US" altLang="ko-KR" dirty="0"/>
          </a:p>
          <a:p>
            <a:pPr lvl="1"/>
            <a:r>
              <a:rPr lang="ko-KR" altLang="en-US" dirty="0"/>
              <a:t>움직임 구현</a:t>
            </a:r>
            <a:endParaRPr lang="en-US" altLang="ko-KR" dirty="0"/>
          </a:p>
          <a:p>
            <a:r>
              <a:rPr lang="ko-KR" altLang="en-US" dirty="0"/>
              <a:t>카메라</a:t>
            </a:r>
            <a:endParaRPr lang="en-US" altLang="ko-KR" dirty="0"/>
          </a:p>
          <a:p>
            <a:pPr lvl="1"/>
            <a:r>
              <a:rPr lang="ko-KR" altLang="en-US" dirty="0"/>
              <a:t>맵 전환</a:t>
            </a:r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6662E19-0337-6469-842D-8037FB1114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1038" y="1395959"/>
            <a:ext cx="6368980" cy="3582551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AF1AEA46-133E-CBE2-6929-A2243AF606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1452" y="2638544"/>
            <a:ext cx="4324031" cy="3023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3503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CF8F0-18B0-32C9-29E6-01ACEC2E5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4D120AB1-D2F1-9A85-8F5C-08A0221D9102}"/>
              </a:ext>
            </a:extLst>
          </p:cNvPr>
          <p:cNvSpPr/>
          <p:nvPr/>
        </p:nvSpPr>
        <p:spPr>
          <a:xfrm>
            <a:off x="609600" y="5840557"/>
            <a:ext cx="6193134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5953526-39AA-6E19-5655-1A1C17C4D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02C515-0F95-4205-4FE4-990F6DE1F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6</a:t>
            </a:fld>
            <a:r>
              <a:rPr lang="en-US" altLang="ko-KR" dirty="0"/>
              <a:t>/7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723FFCBA-D38C-916C-9620-0BF19D2C4089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D007D16-C0D7-B1D1-A044-AC285B0C51E8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E947FF-CBFD-5232-5AE9-9DE3565DA9BE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A6416F9-E9A0-F6BC-8A1B-F9B7712BD808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65%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4F50660E-9EAE-FFC6-3A64-272E3D0FE2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5"/>
            <a:ext cx="10661072" cy="2120405"/>
          </a:xfrm>
        </p:spPr>
        <p:txBody>
          <a:bodyPr>
            <a:normAutofit/>
          </a:bodyPr>
          <a:lstStyle/>
          <a:p>
            <a:r>
              <a:rPr lang="en-US" altLang="ko-KR" dirty="0"/>
              <a:t>WQFS </a:t>
            </a:r>
            <a:r>
              <a:rPr lang="ko-KR" altLang="en-US" dirty="0"/>
              <a:t>퀘스트 완료 시스템 </a:t>
            </a:r>
            <a:r>
              <a:rPr lang="en-US" altLang="ko-KR" dirty="0"/>
              <a:t>(1)</a:t>
            </a:r>
          </a:p>
          <a:p>
            <a:pPr lvl="1"/>
            <a:r>
              <a:rPr lang="ko-KR" altLang="en-US" dirty="0"/>
              <a:t>지진 같은 필드형 이벤트는 현재 퀘스트 대상 </a:t>
            </a:r>
            <a:r>
              <a:rPr lang="en-US" altLang="ko-KR" dirty="0"/>
              <a:t>NPC</a:t>
            </a:r>
            <a:r>
              <a:rPr lang="ko-KR" altLang="en-US" dirty="0"/>
              <a:t>와 충돌 시 완료 처리됩니다</a:t>
            </a:r>
            <a:r>
              <a:rPr lang="en-US" altLang="ko-KR" dirty="0"/>
              <a:t>.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91A5A85D-B1B5-E7E0-DE3D-261E6F089B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697" y="4230218"/>
            <a:ext cx="2797535" cy="1516822"/>
          </a:xfrm>
          <a:prstGeom prst="rect">
            <a:avLst/>
          </a:prstGeom>
        </p:spPr>
      </p:pic>
      <p:pic>
        <p:nvPicPr>
          <p:cNvPr id="5" name="그림 4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6CB397C-0713-53DB-47D7-69C74788CD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697" y="1896058"/>
            <a:ext cx="5830349" cy="2272447"/>
          </a:xfrm>
          <a:prstGeom prst="rect">
            <a:avLst/>
          </a:prstGeom>
        </p:spPr>
      </p:pic>
      <p:pic>
        <p:nvPicPr>
          <p:cNvPr id="12" name="그림 11" descr="다채로움, 그래픽, 사각형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DB753F6-AFA2-2ED0-7A3D-E8E32BA3EA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7366" y="1884981"/>
            <a:ext cx="5984938" cy="3366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30049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3C80B-9C11-CFA3-3D95-EFF845315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0C24DD7A-2849-1B92-EEA4-6ACCBD29E2DE}"/>
              </a:ext>
            </a:extLst>
          </p:cNvPr>
          <p:cNvSpPr/>
          <p:nvPr/>
        </p:nvSpPr>
        <p:spPr>
          <a:xfrm>
            <a:off x="609600" y="5840557"/>
            <a:ext cx="6193134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2C653D5-3FCF-0DAB-8454-FA09D3F9A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F57F81-718B-37F8-29B6-9CE4282C8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7</a:t>
            </a:fld>
            <a:r>
              <a:rPr lang="en-US" altLang="ko-KR" dirty="0"/>
              <a:t>/7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666B7D1-5AF2-3CF3-B4F4-458A6462612F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59FC69-1A16-FD26-AAB8-8FFD6130EE25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624D9F-6792-6DA6-DFB6-20FE31B5C491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6DA2F93-680B-102E-68E8-2D2C5691E012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65%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63D3949A-4B07-CE08-8E4E-3BA906956D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5"/>
            <a:ext cx="10661072" cy="2120405"/>
          </a:xfrm>
        </p:spPr>
        <p:txBody>
          <a:bodyPr>
            <a:normAutofit/>
          </a:bodyPr>
          <a:lstStyle/>
          <a:p>
            <a:r>
              <a:rPr lang="en-US" altLang="ko-KR" dirty="0"/>
              <a:t>WQFS </a:t>
            </a:r>
            <a:r>
              <a:rPr lang="ko-KR" altLang="en-US" dirty="0"/>
              <a:t>퀘스트 완료 시스템 </a:t>
            </a:r>
            <a:r>
              <a:rPr lang="en-US" altLang="ko-KR" dirty="0"/>
              <a:t>(2)</a:t>
            </a:r>
          </a:p>
          <a:p>
            <a:pPr lvl="1"/>
            <a:r>
              <a:rPr lang="ko-KR" altLang="en-US" dirty="0"/>
              <a:t>몬스터는 몬스터를 처치 시 퀘스트 완료 처리됩니다</a:t>
            </a:r>
            <a:r>
              <a:rPr lang="en-US" altLang="ko-KR" dirty="0"/>
              <a:t>.</a:t>
            </a:r>
          </a:p>
        </p:txBody>
      </p:sp>
      <p:pic>
        <p:nvPicPr>
          <p:cNvPr id="10" name="그림 9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0ED1A09-A21B-8FFE-FA9B-F2B5EBC091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870" y="1977931"/>
            <a:ext cx="4895977" cy="765387"/>
          </a:xfrm>
          <a:prstGeom prst="rect">
            <a:avLst/>
          </a:prstGeom>
        </p:spPr>
      </p:pic>
      <p:pic>
        <p:nvPicPr>
          <p:cNvPr id="12" name="그림 11" descr="텍스트, 폰트, 친필, 칠판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3AB41EE-CC4E-547E-579E-A095F97FE9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870" y="2800908"/>
            <a:ext cx="4895977" cy="1170777"/>
          </a:xfrm>
          <a:prstGeom prst="rect">
            <a:avLst/>
          </a:prstGeom>
        </p:spPr>
      </p:pic>
      <p:pic>
        <p:nvPicPr>
          <p:cNvPr id="16" name="그림 15" descr="텍스트, 폰트, 스크린샷, 친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A6DC72D-01DA-3554-0409-45739F1201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870" y="4049072"/>
            <a:ext cx="3438257" cy="1676303"/>
          </a:xfrm>
          <a:prstGeom prst="rect">
            <a:avLst/>
          </a:prstGeom>
        </p:spPr>
      </p:pic>
      <p:pic>
        <p:nvPicPr>
          <p:cNvPr id="19" name="그림 18" descr="다채로움, 사각형, 스크린샷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62683E0-4187-8E83-686D-451A1D48171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0548" y="1977931"/>
            <a:ext cx="6714393" cy="3776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85587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316</TotalTime>
  <Words>135</Words>
  <Application>Microsoft Office PowerPoint</Application>
  <PresentationFormat>와이드스크린</PresentationFormat>
  <Paragraphs>49</Paragraphs>
  <Slides>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1" baseType="lpstr">
      <vt:lpstr>HY견고딕</vt:lpstr>
      <vt:lpstr>맑은 고딕</vt:lpstr>
      <vt:lpstr>Arial</vt:lpstr>
      <vt:lpstr>Office 테마</vt:lpstr>
      <vt:lpstr>WQFS</vt:lpstr>
      <vt:lpstr>테크 데모</vt:lpstr>
      <vt:lpstr>테크 데모 시나리오</vt:lpstr>
      <vt:lpstr>테크 데모 시나리오</vt:lpstr>
      <vt:lpstr>진행 상황</vt:lpstr>
      <vt:lpstr>진행 상황</vt:lpstr>
      <vt:lpstr>진행 상황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Ren Oobayashi</dc:creator>
  <cp:lastModifiedBy>Ren Oobayashi</cp:lastModifiedBy>
  <cp:revision>32</cp:revision>
  <dcterms:created xsi:type="dcterms:W3CDTF">2025-08-27T12:40:34Z</dcterms:created>
  <dcterms:modified xsi:type="dcterms:W3CDTF">2025-10-14T01:48:28Z</dcterms:modified>
</cp:coreProperties>
</file>
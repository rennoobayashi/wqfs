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67" r:id="rId4"/>
    <p:sldId id="266" r:id="rId5"/>
    <p:sldId id="261" r:id="rId6"/>
    <p:sldId id="264" r:id="rId7"/>
    <p:sldId id="265" r:id="rId8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D08E"/>
    <a:srgbClr val="8ED973"/>
    <a:srgbClr val="00B0F0"/>
    <a:srgbClr val="92D050"/>
    <a:srgbClr val="FF2D2D"/>
    <a:srgbClr val="FF1919"/>
    <a:srgbClr val="FF0101"/>
    <a:srgbClr val="FF3F3F"/>
    <a:srgbClr val="FF5B5B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5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gif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>
                <a:latin typeface="HY견고딕" panose="02030600000101010101" pitchFamily="18" charset="-127"/>
                <a:ea typeface="HY견고딕" panose="02030600000101010101" pitchFamily="18" charset="-127"/>
              </a:rPr>
              <a:t>(5</a:t>
            </a:r>
            <a:r>
              <a:rPr lang="ko-KR" altLang="en-US" sz="220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F4D4B-49ED-B39A-0A48-7B275211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테크</a:t>
            </a:r>
            <a:r>
              <a:rPr lang="ko-KR" altLang="en-US" dirty="0"/>
              <a:t> 데모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6B30C5-E8FE-48BA-2C53-C14D19850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5393267" cy="1510805"/>
          </a:xfrm>
        </p:spPr>
        <p:txBody>
          <a:bodyPr/>
          <a:lstStyle/>
          <a:p>
            <a:r>
              <a:rPr lang="ko-KR" altLang="en-US" dirty="0"/>
              <a:t>장르</a:t>
            </a:r>
            <a:r>
              <a:rPr lang="en-US" altLang="ko-KR" dirty="0"/>
              <a:t>: 2D, </a:t>
            </a:r>
            <a:r>
              <a:rPr lang="ko-KR" altLang="en-US" dirty="0"/>
              <a:t>어드벤처</a:t>
            </a:r>
            <a:endParaRPr lang="en-US" altLang="ko-KR" dirty="0"/>
          </a:p>
          <a:p>
            <a:r>
              <a:rPr lang="ko-KR" altLang="en-US" dirty="0"/>
              <a:t>사용 에디터</a:t>
            </a:r>
            <a:r>
              <a:rPr lang="en-US" altLang="ko-KR" dirty="0"/>
              <a:t>: Visual studio 2022</a:t>
            </a:r>
          </a:p>
          <a:p>
            <a:r>
              <a:rPr lang="ko-KR" altLang="en-US" dirty="0"/>
              <a:t>그래픽 </a:t>
            </a:r>
            <a:r>
              <a:rPr lang="en-US" altLang="ko-KR" dirty="0"/>
              <a:t>API: OpenGL</a:t>
            </a:r>
          </a:p>
          <a:p>
            <a:pPr lvl="1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87B65-C485-174B-1A51-239CFC31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pic>
        <p:nvPicPr>
          <p:cNvPr id="6" name="그림 5" descr="스크린샷, 텍스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225C33-EBE8-D192-8C03-E9F00F6A0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400" y="2295277"/>
            <a:ext cx="4368799" cy="3811991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E41B415-C5F2-164F-E31D-6B75794D3225}"/>
              </a:ext>
            </a:extLst>
          </p:cNvPr>
          <p:cNvSpPr txBox="1">
            <a:spLocks/>
          </p:cNvSpPr>
          <p:nvPr/>
        </p:nvSpPr>
        <p:spPr>
          <a:xfrm>
            <a:off x="8561009" y="1784597"/>
            <a:ext cx="2455333" cy="4862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 err="1"/>
              <a:t>젤다의</a:t>
            </a:r>
            <a:r>
              <a:rPr lang="ko-KR" altLang="en-US" dirty="0"/>
              <a:t> 전설 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38337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C2F75-5A1A-5722-B672-A40910AA6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82516-150C-F92C-F18E-FBD6A72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테크</a:t>
            </a:r>
            <a:r>
              <a:rPr lang="ko-KR" altLang="en-US" dirty="0"/>
              <a:t> 데모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329B6C-3F8B-549E-1619-92004C82E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415805"/>
          </a:xfrm>
        </p:spPr>
        <p:txBody>
          <a:bodyPr/>
          <a:lstStyle/>
          <a:p>
            <a:r>
              <a:rPr lang="en-US" altLang="ko-KR" dirty="0"/>
              <a:t>NPC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월드 이벤트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A8CADB-4FC6-7096-85E8-3336C105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C8308C-1D1A-812C-786E-D609A6BCB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0" t="-5311" r="-412" b="-3023"/>
          <a:stretch>
            <a:fillRect/>
          </a:stretch>
        </p:blipFill>
        <p:spPr>
          <a:xfrm>
            <a:off x="1170631" y="1283195"/>
            <a:ext cx="6602619" cy="196242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F071E96-098A-EBE7-9B6C-2187DA08D2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13" y="3825788"/>
            <a:ext cx="3266719" cy="162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941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798D7E-2C6B-C2FE-9E82-8E364995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테크</a:t>
            </a:r>
            <a:r>
              <a:rPr lang="ko-KR" altLang="en-US" dirty="0"/>
              <a:t> 데모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E27C04-CC13-2554-869E-59F41E967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45605"/>
          </a:xfrm>
        </p:spPr>
        <p:txBody>
          <a:bodyPr/>
          <a:lstStyle/>
          <a:p>
            <a:r>
              <a:rPr lang="ko-KR" altLang="en-US" dirty="0"/>
              <a:t>보상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7041E3-9D4E-1D0F-F3F5-351CC4E97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/7</a:t>
            </a:r>
          </a:p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DEC501-808E-1FC8-5156-C8D5D341A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"/>
          <a:stretch>
            <a:fillRect/>
          </a:stretch>
        </p:blipFill>
        <p:spPr>
          <a:xfrm>
            <a:off x="902757" y="1574800"/>
            <a:ext cx="6007346" cy="2719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07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6CAED06-7FA4-F92B-1D27-7A54A4375E06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B83A0E-DCBD-DCCF-F386-9B07EF3C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86E884-87DB-5ABE-6196-6A132F24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8E7C4A-D93C-D837-944E-BB795C118DF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520F0-7A6C-8350-E78B-AD406B07767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0A42D-4534-41F5-6BC6-CA3026819793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53A29C-4C79-3F17-16A8-ED7218F0DECF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339EAAC6-310E-FFAE-844F-E87CB6BD8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2387321" cy="1764247"/>
          </a:xfrm>
        </p:spPr>
        <p:txBody>
          <a:bodyPr>
            <a:normAutofit/>
          </a:bodyPr>
          <a:lstStyle/>
          <a:p>
            <a:r>
              <a:rPr lang="ko-KR" altLang="en-US" dirty="0"/>
              <a:t>플레이어</a:t>
            </a:r>
            <a:endParaRPr lang="en-US" altLang="ko-KR" dirty="0"/>
          </a:p>
          <a:p>
            <a:pPr lvl="1"/>
            <a:r>
              <a:rPr lang="ko-KR" altLang="en-US" dirty="0"/>
              <a:t>움직임 구현</a:t>
            </a:r>
            <a:endParaRPr lang="en-US" altLang="ko-KR" dirty="0"/>
          </a:p>
          <a:p>
            <a:r>
              <a:rPr lang="ko-KR" altLang="en-US" dirty="0"/>
              <a:t>카메라</a:t>
            </a:r>
            <a:endParaRPr lang="en-US" altLang="ko-KR" dirty="0"/>
          </a:p>
          <a:p>
            <a:pPr lvl="1"/>
            <a:r>
              <a:rPr lang="ko-KR" altLang="en-US" dirty="0"/>
              <a:t>맵 전환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62E19-0337-6469-842D-8037FB111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1038" y="1395959"/>
            <a:ext cx="6368980" cy="358255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F1AEA46-133E-CBE2-6929-A2243AF60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452" y="2638544"/>
            <a:ext cx="4324031" cy="302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5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CF8F0-18B0-32C9-29E6-01ACEC2E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D120AB1-D2F1-9A85-8F5C-08A0221D9102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5953526-39AA-6E19-5655-1A1C17C4D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02C515-0F95-4205-4FE4-990F6DE1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23FFCBA-D38C-916C-9620-0BF19D2C4089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007D16-C0D7-B1D1-A044-AC285B0C51E8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E947FF-CBFD-5232-5AE9-9DE3565DA9BE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416F9-E9A0-F6BC-8A1B-F9B7712BD808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4F50660E-9EAE-FFC6-3A64-272E3D0FE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661072" cy="21204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완료 시스템 </a:t>
            </a:r>
            <a:r>
              <a:rPr lang="en-US" altLang="ko-KR" dirty="0"/>
              <a:t>(1)</a:t>
            </a:r>
          </a:p>
          <a:p>
            <a:pPr lvl="1"/>
            <a:r>
              <a:rPr lang="ko-KR" altLang="en-US" dirty="0"/>
              <a:t>지진 같은 필드형 이벤트는 현재 퀘스트 대상 </a:t>
            </a:r>
            <a:r>
              <a:rPr lang="en-US" altLang="ko-KR" dirty="0"/>
              <a:t>NPC</a:t>
            </a:r>
            <a:r>
              <a:rPr lang="ko-KR" altLang="en-US" dirty="0"/>
              <a:t>와 충돌 시 완료 처리됩니다</a:t>
            </a:r>
            <a:r>
              <a:rPr lang="en-US" altLang="ko-KR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1A5A85D-B1B5-E7E0-DE3D-261E6F089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97" y="4230218"/>
            <a:ext cx="2797535" cy="1516822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CB397C-0713-53DB-47D7-69C74788CD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97" y="1896058"/>
            <a:ext cx="5830349" cy="2272447"/>
          </a:xfrm>
          <a:prstGeom prst="rect">
            <a:avLst/>
          </a:prstGeom>
        </p:spPr>
      </p:pic>
      <p:pic>
        <p:nvPicPr>
          <p:cNvPr id="12" name="그림 11" descr="다채로움, 그래픽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B753F6-AFA2-2ED0-7A3D-E8E32BA3EA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66" y="1884981"/>
            <a:ext cx="5984938" cy="336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00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3C80B-9C11-CFA3-3D95-EFF84531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24DD7A-2849-1B92-EEA4-6ACCBD29E2DE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2C653D5-3FCF-0DAB-8454-FA09D3F9A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F57F81-718B-37F8-29B6-9CE4282C8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/7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666B7D1-5AF2-3CF3-B4F4-458A6462612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59FC69-1A16-FD26-AAB8-8FFD6130EE25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624D9F-6792-6DA6-DFB6-20FE31B5C49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A2F93-680B-102E-68E8-2D2C5691E012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63D3949A-4B07-CE08-8E4E-3BA906956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661072" cy="21204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완료 시스템 </a:t>
            </a:r>
            <a:r>
              <a:rPr lang="en-US" altLang="ko-KR" dirty="0"/>
              <a:t>(2)</a:t>
            </a:r>
          </a:p>
          <a:p>
            <a:pPr lvl="1"/>
            <a:r>
              <a:rPr lang="ko-KR" altLang="en-US" dirty="0"/>
              <a:t>몬스터는 몬스터를 처치 시 퀘스트 완료 처리됩니다</a:t>
            </a:r>
            <a:r>
              <a:rPr lang="en-US" altLang="ko-KR" dirty="0"/>
              <a:t>.</a:t>
            </a:r>
          </a:p>
        </p:txBody>
      </p:sp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ED1A09-A21B-8FFE-FA9B-F2B5EBC09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1977931"/>
            <a:ext cx="4895977" cy="765387"/>
          </a:xfrm>
          <a:prstGeom prst="rect">
            <a:avLst/>
          </a:prstGeom>
        </p:spPr>
      </p:pic>
      <p:pic>
        <p:nvPicPr>
          <p:cNvPr id="12" name="그림 11" descr="텍스트, 폰트, 친필, 칠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AB41EE-CC4E-547E-579E-A095F97FE9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2800908"/>
            <a:ext cx="4895977" cy="1170777"/>
          </a:xfrm>
          <a:prstGeom prst="rect">
            <a:avLst/>
          </a:prstGeom>
        </p:spPr>
      </p:pic>
      <p:pic>
        <p:nvPicPr>
          <p:cNvPr id="16" name="그림 15" descr="텍스트, 폰트, 스크린샷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6DC72D-01DA-3554-0409-45739F120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4049072"/>
            <a:ext cx="3438257" cy="1676303"/>
          </a:xfrm>
          <a:prstGeom prst="rect">
            <a:avLst/>
          </a:prstGeom>
        </p:spPr>
      </p:pic>
      <p:pic>
        <p:nvPicPr>
          <p:cNvPr id="19" name="그림 18" descr="다채로움, 사각형, 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62683E0-4187-8E83-686D-451A1D4817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548" y="1977931"/>
            <a:ext cx="6714393" cy="37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558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135</Words>
  <Application>Microsoft Office PowerPoint</Application>
  <PresentationFormat>와이드스크린</PresentationFormat>
  <Paragraphs>49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HY견고딕</vt:lpstr>
      <vt:lpstr>맑은 고딕</vt:lpstr>
      <vt:lpstr>Arial</vt:lpstr>
      <vt:lpstr>Office 테마</vt:lpstr>
      <vt:lpstr>WQFS</vt:lpstr>
      <vt:lpstr>테크 데모</vt:lpstr>
      <vt:lpstr>테크 데모 시나리오</vt:lpstr>
      <vt:lpstr>테크 데모 시나리오</vt:lpstr>
      <vt:lpstr>진행 상황</vt:lpstr>
      <vt:lpstr>진행 상황</vt:lpstr>
      <vt:lpstr>진행 상황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33</cp:revision>
  <dcterms:created xsi:type="dcterms:W3CDTF">2025-08-27T12:40:34Z</dcterms:created>
  <dcterms:modified xsi:type="dcterms:W3CDTF">2025-10-14T02:42:30Z</dcterms:modified>
</cp:coreProperties>
</file>
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77" r:id="rId3"/>
    <p:sldId id="278" r:id="rId4"/>
    <p:sldId id="279" r:id="rId5"/>
    <p:sldId id="263" r:id="rId6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250" y="4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6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(10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19FCF3-0462-33B2-3736-AFB54CB0F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8A7A2D-87A0-C2E7-B1E0-C83CE70A1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2247405"/>
          </a:xfrm>
        </p:spPr>
        <p:txBody>
          <a:bodyPr/>
          <a:lstStyle/>
          <a:p>
            <a:r>
              <a:rPr lang="ko-KR" altLang="en-US" dirty="0"/>
              <a:t>플랫폼</a:t>
            </a:r>
            <a:endParaRPr lang="en-US" altLang="ko-KR" dirty="0"/>
          </a:p>
          <a:p>
            <a:pPr lvl="1"/>
            <a:r>
              <a:rPr lang="en-US" altLang="ko-KR" dirty="0" err="1"/>
              <a:t>Github</a:t>
            </a:r>
            <a:r>
              <a:rPr lang="en-US" altLang="ko-KR" dirty="0"/>
              <a:t> (</a:t>
            </a:r>
            <a:r>
              <a:rPr lang="ko-KR" altLang="en-US" dirty="0"/>
              <a:t>시스템</a:t>
            </a:r>
            <a:r>
              <a:rPr lang="en-US" altLang="ko-KR" dirty="0"/>
              <a:t>, </a:t>
            </a:r>
            <a:r>
              <a:rPr lang="ko-KR" altLang="en-US" dirty="0" err="1"/>
              <a:t>테크</a:t>
            </a:r>
            <a:r>
              <a:rPr lang="ko-KR" altLang="en-US" dirty="0"/>
              <a:t> 데모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가격</a:t>
            </a:r>
            <a:endParaRPr lang="en-US" altLang="ko-KR" dirty="0"/>
          </a:p>
          <a:p>
            <a:pPr lvl="1"/>
            <a:r>
              <a:rPr lang="ko-KR" altLang="en-US" dirty="0"/>
              <a:t>오픈소스</a:t>
            </a:r>
            <a:r>
              <a:rPr lang="en-US" altLang="ko-KR" dirty="0"/>
              <a:t>(</a:t>
            </a:r>
            <a:r>
              <a:rPr lang="ko-KR" altLang="en-US" dirty="0"/>
              <a:t>무료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480D5B-A57B-B07D-9DAE-2A98351BC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/>
              <a:t>/##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697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E0D65-A805-B809-B37C-CA9A061B7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081351-1B69-744E-8E9A-FE01A9945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4527962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EB367-FE9C-E483-53FC-81C468585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/>
              <a:t>/##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E9E913DD-D8EA-CF0C-659A-CF3346C6A22C}"/>
              </a:ext>
            </a:extLst>
          </p:cNvPr>
          <p:cNvSpPr/>
          <p:nvPr/>
        </p:nvSpPr>
        <p:spPr>
          <a:xfrm>
            <a:off x="609598" y="5828805"/>
            <a:ext cx="10793188" cy="20434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8B6145E-DC87-DA56-EDFC-E9A4A95828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84349-ABC2-61B3-417D-811D01A87E1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90D66-C036-816E-6AC0-3EAC14EC39C6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0F5614-63AE-08E0-2783-55AEFE232EEA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4066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5CA3-E021-E939-7DE1-FC197172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7272B-FDC6-D1B8-34BD-38EFBAF0A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C99886-2F79-3F7A-7DD6-6C4B1C429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65562"/>
          </a:xfrm>
        </p:spPr>
        <p:txBody>
          <a:bodyPr/>
          <a:lstStyle/>
          <a:p>
            <a:r>
              <a:rPr lang="ko-KR" altLang="en-US" dirty="0" err="1"/>
              <a:t>스프라이트</a:t>
            </a:r>
            <a:r>
              <a:rPr lang="ko-KR" altLang="en-US" dirty="0"/>
              <a:t> 제작 현황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41ABCE-9B5D-9AFE-717E-FCB99D277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/>
              <a:t>/##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7656F95-A447-6B30-015C-2A60EB3FAC37}"/>
              </a:ext>
            </a:extLst>
          </p:cNvPr>
          <p:cNvSpPr/>
          <p:nvPr/>
        </p:nvSpPr>
        <p:spPr>
          <a:xfrm>
            <a:off x="609598" y="5828805"/>
            <a:ext cx="10793188" cy="20434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7A7AF17-DD7D-7ACA-1AA1-ED4F84D38C0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17559-42B4-68DB-1103-BA9BA2312F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890C3-2538-BFED-D34C-2ABA0919D8A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1FAD6-7DB7-C694-46BC-48E2723FFD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CC0E7A-4916-6CA7-6905-0BA2BF3FFC58}"/>
              </a:ext>
            </a:extLst>
          </p:cNvPr>
          <p:cNvSpPr txBox="1"/>
          <p:nvPr/>
        </p:nvSpPr>
        <p:spPr>
          <a:xfrm>
            <a:off x="652321" y="247650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HY견고딕" panose="02030600000101010101" pitchFamily="18" charset="-127"/>
                <a:ea typeface="HY견고딕" panose="02030600000101010101" pitchFamily="18" charset="-127"/>
              </a:rPr>
              <a:t>플레이어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E8512-3EE4-D09A-48BB-8E321F562B3B}"/>
              </a:ext>
            </a:extLst>
          </p:cNvPr>
          <p:cNvSpPr txBox="1"/>
          <p:nvPr/>
        </p:nvSpPr>
        <p:spPr>
          <a:xfrm>
            <a:off x="2042262" y="2463956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5DA30-7E71-53F2-8E0D-F10E9D6C61B0}"/>
              </a:ext>
            </a:extLst>
          </p:cNvPr>
          <p:cNvSpPr txBox="1"/>
          <p:nvPr/>
        </p:nvSpPr>
        <p:spPr>
          <a:xfrm>
            <a:off x="3038305" y="2460001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CAD28E-F98D-8EFF-1A1B-C1FE60D278DC}"/>
              </a:ext>
            </a:extLst>
          </p:cNvPr>
          <p:cNvSpPr txBox="1"/>
          <p:nvPr/>
        </p:nvSpPr>
        <p:spPr>
          <a:xfrm>
            <a:off x="4034348" y="2468821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640FCB-8964-AC4D-10C0-854043962822}"/>
              </a:ext>
            </a:extLst>
          </p:cNvPr>
          <p:cNvSpPr txBox="1"/>
          <p:nvPr/>
        </p:nvSpPr>
        <p:spPr>
          <a:xfrm>
            <a:off x="5030391" y="2464866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D59DF1-B246-D609-A29B-8AEC751D3866}"/>
              </a:ext>
            </a:extLst>
          </p:cNvPr>
          <p:cNvSpPr txBox="1"/>
          <p:nvPr/>
        </p:nvSpPr>
        <p:spPr>
          <a:xfrm>
            <a:off x="6118443" y="24765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몬스터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299D23-4DEB-A886-5BC3-43FB20F3F314}"/>
              </a:ext>
            </a:extLst>
          </p:cNvPr>
          <p:cNvSpPr txBox="1"/>
          <p:nvPr/>
        </p:nvSpPr>
        <p:spPr>
          <a:xfrm>
            <a:off x="7640104" y="252869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이벤트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19C95B-F630-CCC6-1F00-3B2491ABE919}"/>
              </a:ext>
            </a:extLst>
          </p:cNvPr>
          <p:cNvSpPr txBox="1"/>
          <p:nvPr/>
        </p:nvSpPr>
        <p:spPr>
          <a:xfrm>
            <a:off x="5930183" y="4493075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아이템 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331605-073F-CB90-B223-F3C23CEB8AF3}"/>
              </a:ext>
            </a:extLst>
          </p:cNvPr>
          <p:cNvSpPr txBox="1"/>
          <p:nvPr/>
        </p:nvSpPr>
        <p:spPr>
          <a:xfrm>
            <a:off x="2729566" y="4348007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HY견고딕" panose="02030600000101010101" pitchFamily="18" charset="-127"/>
                <a:ea typeface="HY견고딕" panose="02030600000101010101" pitchFamily="18" charset="-127"/>
              </a:rPr>
              <a:t>타일 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598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/>
              <a:t>레벨 디자인 완료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기타 </a:t>
            </a:r>
            <a:r>
              <a:rPr lang="en-US" altLang="ko-KR" dirty="0"/>
              <a:t>UI </a:t>
            </a:r>
            <a:r>
              <a:rPr lang="ko-KR" altLang="en-US" dirty="0"/>
              <a:t>요소나 오브젝트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 완료</a:t>
            </a:r>
            <a:endParaRPr lang="en-US" altLang="ko-KR" dirty="0"/>
          </a:p>
          <a:p>
            <a:r>
              <a:rPr lang="ko-KR" altLang="en-US" dirty="0" err="1"/>
              <a:t>테크</a:t>
            </a:r>
            <a:r>
              <a:rPr lang="ko-KR" altLang="en-US" dirty="0"/>
              <a:t> 데모 배포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/10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1323</TotalTime>
  <Words>97</Words>
  <Application>Microsoft Office PowerPoint</Application>
  <PresentationFormat>와이드스크린</PresentationFormat>
  <Paragraphs>41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WQFS</vt:lpstr>
      <vt:lpstr>출시</vt:lpstr>
      <vt:lpstr>진행사항</vt:lpstr>
      <vt:lpstr>진행사항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219</cp:revision>
  <dcterms:created xsi:type="dcterms:W3CDTF">2025-08-27T12:40:34Z</dcterms:created>
  <dcterms:modified xsi:type="dcterms:W3CDTF">2025-12-02T02:57:30Z</dcterms:modified>
</cp:coreProperties>
</file>
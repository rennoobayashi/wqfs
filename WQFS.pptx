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9" r:id="rId3"/>
    <p:sldId id="265" r:id="rId4"/>
    <p:sldId id="270" r:id="rId5"/>
    <p:sldId id="267" r:id="rId6"/>
    <p:sldId id="271" r:id="rId7"/>
    <p:sldId id="272" r:id="rId8"/>
    <p:sldId id="273" r:id="rId9"/>
    <p:sldId id="274" r:id="rId10"/>
    <p:sldId id="263" r:id="rId11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6" autoAdjust="0"/>
    <p:restoredTop sz="94660"/>
  </p:normalViewPr>
  <p:slideViewPr>
    <p:cSldViewPr snapToGrid="0">
      <p:cViewPr varScale="1">
        <p:scale>
          <a:sx n="97" d="100"/>
          <a:sy n="97" d="100"/>
        </p:scale>
        <p:origin x="387" y="4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2025-11-26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6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(10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14D7E-553C-C0DF-F6A2-E01B4B20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DF499C5-1587-5788-A0DC-3371E7CAAAA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08A58DB-F0DE-C5B1-CB0C-31D9A99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CB1A-B85F-7ED5-8585-C0D921490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D4EDA68-3964-D89E-8528-4F1A9F9D37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394544-8D6B-E8B0-57AB-03D864D536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DAEA3-5323-6605-E212-0E6E55D9C63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17279C-B351-5FB2-A632-4266812EE96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05D53968-ED29-002D-5645-B1969B15F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9203871" cy="1428778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목록</a:t>
            </a:r>
            <a:endParaRPr lang="en-US" altLang="ko-KR" dirty="0"/>
          </a:p>
          <a:p>
            <a:pPr lvl="1"/>
            <a:r>
              <a:rPr lang="en-US" altLang="ko-KR" dirty="0"/>
              <a:t>UI</a:t>
            </a:r>
            <a:r>
              <a:rPr lang="ko-KR" altLang="en-US" dirty="0"/>
              <a:t>로 퀘스트를 표시할 수 있게 퀘스트 리스트를 문자열 형태로 반환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62BADBE-63FB-F143-82E7-D941AE6AA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632" y="2566180"/>
            <a:ext cx="5210755" cy="1725640"/>
          </a:xfrm>
          <a:prstGeom prst="rect">
            <a:avLst/>
          </a:prstGeom>
        </p:spPr>
      </p:pic>
      <p:pic>
        <p:nvPicPr>
          <p:cNvPr id="14" name="그림 1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149E9-FC7D-BB59-136D-988894CEB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858566"/>
            <a:ext cx="5045473" cy="3927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528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A932C-7AC0-A026-41E2-A7E50647A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45A4DD-3C05-732D-DAE9-4C189A20F998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32DF39E-5FDE-E5CA-D1A1-CA514350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81ED3-057E-790E-9D48-05F34AA23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1C772F6-1917-AE1F-3930-78EE6138062C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2D3D5-B958-37D8-0CB2-C60915C0BE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6D761-CA20-C2D6-4261-46C3D732707A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841C1D-C20B-CA09-E339-9711F6EBF256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F61080BD-16A5-80AB-1A4F-501CB498A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 dirty="0"/>
              <a:t>1</a:t>
            </a:r>
          </a:p>
          <a:p>
            <a:pPr lvl="1"/>
            <a:r>
              <a:rPr lang="ko-KR" altLang="en-US" dirty="0"/>
              <a:t>퀘스트 타입에 따라 발생시키는 이벤트와  완료 조건이 다름</a:t>
            </a:r>
            <a:endParaRPr lang="en-US" altLang="ko-KR" dirty="0"/>
          </a:p>
        </p:txBody>
      </p:sp>
      <p:pic>
        <p:nvPicPr>
          <p:cNvPr id="5" name="그림 4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695884-D038-6CF3-44E1-2AA91B49A7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669296"/>
            <a:ext cx="12192000" cy="261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884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85B0D-B02E-2F68-7A5F-B2BBCC622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94F1060-FAEB-3BE8-4FB4-6C1A4327ECB9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D732EDA-0CEC-21B5-BDB2-10B4B7476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81FFCC-8507-F817-F8F1-D1061E5F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F24206B-3EC6-59C4-040B-BC4202C7A49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7BD445-0B63-174C-56B0-23F4C1E53EBA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6581E4-5979-55A8-E911-47C1D3D82BB1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F5FE63-1FA9-AD5A-FFE5-3FDC5470E81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1C6B8773-F14C-FF35-13D3-082504E65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870371" cy="923783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퀘스트 타입 </a:t>
            </a:r>
            <a:r>
              <a:rPr lang="en-US" altLang="ko-KR"/>
              <a:t>2</a:t>
            </a:r>
          </a:p>
          <a:p>
            <a:pPr lvl="1"/>
            <a:endParaRPr lang="en-US" altLang="ko-KR" dirty="0"/>
          </a:p>
        </p:txBody>
      </p:sp>
      <p:pic>
        <p:nvPicPr>
          <p:cNvPr id="5" name="그림 4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910930-E5C4-FBF0-DC02-65AD51463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892" y="1753299"/>
            <a:ext cx="6172652" cy="3888462"/>
          </a:xfrm>
          <a:prstGeom prst="rect">
            <a:avLst/>
          </a:prstGeom>
        </p:spPr>
      </p:pic>
      <p:pic>
        <p:nvPicPr>
          <p:cNvPr id="9" name="그림 8" descr="텍스트, 스크린샷, 직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885939-238A-1F3B-6CFA-68D3C160A8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85" r="13287"/>
          <a:stretch>
            <a:fillRect/>
          </a:stretch>
        </p:blipFill>
        <p:spPr>
          <a:xfrm>
            <a:off x="7571014" y="1747767"/>
            <a:ext cx="3871742" cy="389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116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8BCC-04C4-4156-922D-817F4793B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1B81CF5-CB22-CE8C-F148-70B4F7E5AA5D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6F7DB81-B4CD-0020-3B58-5C80A1CDE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지난 주 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D1BB7-0A27-DD3E-AF28-045A7B87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8315A0A-FD38-71EC-117A-13AE7289C6A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8EAFA3-77E5-4D2D-D2F2-3AD4EA9D79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EA42F-D1DB-1FB7-EA7F-34E32F90380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B3741A-581C-05AC-29AB-CA49FB64BA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5687E576-D451-3A2D-5DCC-0411F073E1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925294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쓰나미 이벤트</a:t>
            </a:r>
            <a:endParaRPr lang="en-US" altLang="ko-KR" dirty="0"/>
          </a:p>
          <a:p>
            <a:pPr lvl="1"/>
            <a:r>
              <a:rPr lang="ko-KR" altLang="en-US" dirty="0"/>
              <a:t>평소에는 정지해 있다가 이벤트 발생시 이동</a:t>
            </a:r>
            <a:endParaRPr lang="en-US" altLang="ko-KR" dirty="0"/>
          </a:p>
        </p:txBody>
      </p:sp>
      <p:pic>
        <p:nvPicPr>
          <p:cNvPr id="5" name="그림 4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AB3067-C965-7186-D069-8FB637F2D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13" y="2308276"/>
            <a:ext cx="7457813" cy="2155867"/>
          </a:xfrm>
          <a:prstGeom prst="rect">
            <a:avLst/>
          </a:prstGeom>
        </p:spPr>
      </p:pic>
      <p:pic>
        <p:nvPicPr>
          <p:cNvPr id="9" name="그림 8" descr="가전, 가전용품, 스크린샷, 제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F9397F-D85B-4A32-DAC0-40FA2E1995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00" r="13214"/>
          <a:stretch>
            <a:fillRect/>
          </a:stretch>
        </p:blipFill>
        <p:spPr>
          <a:xfrm>
            <a:off x="8082643" y="2009634"/>
            <a:ext cx="3630385" cy="366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51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510B1-70C3-62F3-A51D-85C38751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51D0ED2-5940-77D0-3C16-A7F3572ABA69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44C8DF-526C-9548-3754-66C8D62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D8A3AA-A20E-1975-D487-4B76697E0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7A95E06-804A-3F48-822D-085A24AAF87A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19A8A9-C658-6655-AE20-A74A7031370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F15F2-9F37-3D33-CAA7-F642B39E447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100E6-1ACD-E297-2708-A63FC20F9457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99928BF1-CBBE-2C36-C5FA-A5EC02D9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6"/>
            <a:ext cx="7689210" cy="1229590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이벤트 발생 동적화</a:t>
            </a:r>
            <a:endParaRPr lang="en-US" altLang="ko-KR" dirty="0"/>
          </a:p>
          <a:p>
            <a:pPr lvl="1"/>
            <a:r>
              <a:rPr lang="ko-KR" altLang="en-US" dirty="0"/>
              <a:t>고정적으로 발생하는 이벤트 시간을 </a:t>
            </a:r>
            <a:r>
              <a:rPr lang="ko-KR" altLang="en-US" dirty="0" err="1"/>
              <a:t>동적화하여</a:t>
            </a:r>
            <a:r>
              <a:rPr lang="ko-KR" altLang="en-US" dirty="0"/>
              <a:t> 예측하기 </a:t>
            </a:r>
            <a:br>
              <a:rPr lang="en-US" altLang="ko-KR" dirty="0"/>
            </a:br>
            <a:r>
              <a:rPr lang="ko-KR" altLang="en-US" dirty="0"/>
              <a:t>힘들게 함</a:t>
            </a:r>
            <a:endParaRPr lang="en-US" altLang="ko-KR" dirty="0"/>
          </a:p>
        </p:txBody>
      </p:sp>
      <p:pic>
        <p:nvPicPr>
          <p:cNvPr id="9" name="그림 8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C6A8B9-B519-CC23-2A1A-E61D57F4E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147" y="2495620"/>
            <a:ext cx="6698562" cy="1290094"/>
          </a:xfrm>
          <a:prstGeom prst="rect">
            <a:avLst/>
          </a:prstGeom>
        </p:spPr>
      </p:pic>
      <p:pic>
        <p:nvPicPr>
          <p:cNvPr id="14" name="그림 1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CB4BE5-633E-F42E-81A9-25454B6DCD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47" y="4056744"/>
            <a:ext cx="6698562" cy="1557958"/>
          </a:xfrm>
          <a:prstGeom prst="rect">
            <a:avLst/>
          </a:prstGeom>
        </p:spPr>
      </p:pic>
      <p:pic>
        <p:nvPicPr>
          <p:cNvPr id="5" name="그림 4" descr="스크린샷, 직사각형, 잭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FEA332-6FB7-72A7-1668-9F5484B1EA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72" r="13071"/>
          <a:stretch>
            <a:fillRect/>
          </a:stretch>
        </p:blipFill>
        <p:spPr>
          <a:xfrm>
            <a:off x="8059661" y="2029009"/>
            <a:ext cx="3488872" cy="35134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7386E5-BB13-4E68-8B5E-C2544B509880}"/>
              </a:ext>
            </a:extLst>
          </p:cNvPr>
          <p:cNvSpPr txBox="1"/>
          <p:nvPr/>
        </p:nvSpPr>
        <p:spPr>
          <a:xfrm>
            <a:off x="9007289" y="4955149"/>
            <a:ext cx="708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>
                <a:latin typeface="HY견고딕" panose="02030600000101010101" pitchFamily="18" charset="-127"/>
                <a:ea typeface="HY견고딕" panose="02030600000101010101" pitchFamily="18" charset="-127"/>
              </a:rPr>
              <a:t>3~7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초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488095-3BD3-F162-79B9-DA56DEB265A1}"/>
              </a:ext>
            </a:extLst>
          </p:cNvPr>
          <p:cNvSpPr txBox="1"/>
          <p:nvPr/>
        </p:nvSpPr>
        <p:spPr>
          <a:xfrm>
            <a:off x="10587635" y="4955149"/>
            <a:ext cx="4764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5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초</a:t>
            </a:r>
          </a:p>
        </p:txBody>
      </p:sp>
    </p:spTree>
    <p:extLst>
      <p:ext uri="{BB962C8B-B14F-4D97-AF65-F5344CB8AC3E}">
        <p14:creationId xmlns:p14="http://schemas.microsoft.com/office/powerpoint/2010/main" val="2818906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35E72-8051-A7E9-CFAC-081FE4784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8712C1-C73F-973D-1BC5-1DE8BDB953DA}"/>
              </a:ext>
            </a:extLst>
          </p:cNvPr>
          <p:cNvSpPr/>
          <p:nvPr/>
        </p:nvSpPr>
        <p:spPr>
          <a:xfrm>
            <a:off x="609599" y="5840557"/>
            <a:ext cx="8098972" cy="192595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A60A11-56AC-A912-8687-E96828AB4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E67F79-FBF8-5F90-4229-38F2DC905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62FEB88-578D-304F-FCA5-66C39121643A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AA9D58-5839-BFDB-F5D0-ADC7078BBC84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FDA33F-39CC-2EC2-43EA-FE60BE3F963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C55E8B-4935-1F2B-2D22-69087A9C1511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90%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8EC9A4AF-A59C-36E7-9BC1-8EB9665C7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29195"/>
            <a:ext cx="7689210" cy="1523505"/>
          </a:xfrm>
        </p:spPr>
        <p:txBody>
          <a:bodyPr>
            <a:normAutofit/>
          </a:bodyPr>
          <a:lstStyle/>
          <a:p>
            <a:r>
              <a:rPr lang="en-US" altLang="ko-KR" dirty="0"/>
              <a:t>WQFS </a:t>
            </a:r>
            <a:r>
              <a:rPr lang="ko-KR" altLang="en-US" dirty="0"/>
              <a:t>서브 타입</a:t>
            </a:r>
            <a:endParaRPr lang="en-US" altLang="ko-KR" dirty="0"/>
          </a:p>
          <a:p>
            <a:pPr lvl="1"/>
            <a:r>
              <a:rPr lang="ko-KR" altLang="en-US" dirty="0"/>
              <a:t>개발자가 정의 타입</a:t>
            </a:r>
            <a:r>
              <a:rPr lang="en-US" altLang="ko-KR" dirty="0"/>
              <a:t>, </a:t>
            </a:r>
            <a:r>
              <a:rPr lang="ko-KR" altLang="en-US" dirty="0"/>
              <a:t>필요 시 개발자가 원하는 형태로 </a:t>
            </a:r>
            <a:br>
              <a:rPr lang="en-US" altLang="ko-KR" dirty="0"/>
            </a:br>
            <a:r>
              <a:rPr lang="ko-KR" altLang="en-US" dirty="0"/>
              <a:t>사용 가능</a:t>
            </a:r>
            <a:endParaRPr lang="en-US" altLang="ko-KR" dirty="0"/>
          </a:p>
          <a:p>
            <a:pPr lvl="1"/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en-US" altLang="ko-KR" dirty="0" err="1"/>
              <a:t>LevelGenerator</a:t>
            </a:r>
            <a:r>
              <a:rPr lang="ko-KR" altLang="en-US" dirty="0"/>
              <a:t>에서 이벤트 위치 동기화</a:t>
            </a:r>
            <a:endParaRPr lang="en-US" altLang="ko-KR" dirty="0"/>
          </a:p>
        </p:txBody>
      </p:sp>
      <p:pic>
        <p:nvPicPr>
          <p:cNvPr id="5" name="그림 4" descr="의류, 패브릭, 패턴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74F83F-E254-0185-F0CC-42DC8CB4C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0" r="17101" b="7875"/>
          <a:stretch>
            <a:fillRect/>
          </a:stretch>
        </p:blipFill>
        <p:spPr>
          <a:xfrm>
            <a:off x="7962901" y="2006169"/>
            <a:ext cx="3563862" cy="371881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753063B-7040-45FC-25B6-62E97BE4A854}"/>
              </a:ext>
            </a:extLst>
          </p:cNvPr>
          <p:cNvSpPr/>
          <p:nvPr/>
        </p:nvSpPr>
        <p:spPr>
          <a:xfrm>
            <a:off x="11004242" y="2024122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03851CC-38EF-57A8-F905-6A72442466C6}"/>
              </a:ext>
            </a:extLst>
          </p:cNvPr>
          <p:cNvSpPr/>
          <p:nvPr/>
        </p:nvSpPr>
        <p:spPr>
          <a:xfrm>
            <a:off x="10251313" y="3281114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CBFDD7-B238-0455-CCD9-150BDF45BB1F}"/>
              </a:ext>
            </a:extLst>
          </p:cNvPr>
          <p:cNvSpPr/>
          <p:nvPr/>
        </p:nvSpPr>
        <p:spPr>
          <a:xfrm>
            <a:off x="9499442" y="5118986"/>
            <a:ext cx="210136" cy="2934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DD430-1B69-5A27-20D3-A26B6FC83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56" y="3375561"/>
            <a:ext cx="5331416" cy="2381968"/>
          </a:xfrm>
          <a:prstGeom prst="rect">
            <a:avLst/>
          </a:prstGeom>
        </p:spPr>
      </p:pic>
      <p:pic>
        <p:nvPicPr>
          <p:cNvPr id="22" name="그림 2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BFE86B-DABF-6FA3-B3BE-85020356B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56" y="2438910"/>
            <a:ext cx="4765415" cy="935675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AC3E693B-9C03-29CD-96FA-8617DA4EAE10}"/>
              </a:ext>
            </a:extLst>
          </p:cNvPr>
          <p:cNvSpPr/>
          <p:nvPr/>
        </p:nvSpPr>
        <p:spPr>
          <a:xfrm>
            <a:off x="4743450" y="2438910"/>
            <a:ext cx="1118350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B9EDEB0-AD31-2721-77AA-577BDED438D9}"/>
              </a:ext>
            </a:extLst>
          </p:cNvPr>
          <p:cNvSpPr/>
          <p:nvPr/>
        </p:nvSpPr>
        <p:spPr>
          <a:xfrm>
            <a:off x="5129679" y="2620009"/>
            <a:ext cx="732121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C95E6AC-98B2-5997-70B6-A462F764037E}"/>
              </a:ext>
            </a:extLst>
          </p:cNvPr>
          <p:cNvSpPr/>
          <p:nvPr/>
        </p:nvSpPr>
        <p:spPr>
          <a:xfrm>
            <a:off x="5165270" y="3178255"/>
            <a:ext cx="696529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1EFE6F-FDC7-0509-B17C-FC6F970A0051}"/>
              </a:ext>
            </a:extLst>
          </p:cNvPr>
          <p:cNvSpPr/>
          <p:nvPr/>
        </p:nvSpPr>
        <p:spPr>
          <a:xfrm>
            <a:off x="5302626" y="2808338"/>
            <a:ext cx="559174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E4D020F-E699-BC39-2E51-E4C13E0B1B63}"/>
              </a:ext>
            </a:extLst>
          </p:cNvPr>
          <p:cNvSpPr/>
          <p:nvPr/>
        </p:nvSpPr>
        <p:spPr>
          <a:xfrm>
            <a:off x="5328556" y="3005156"/>
            <a:ext cx="533243" cy="19681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A86DC2B-0F56-9B46-F24D-BA078DA8BD64}"/>
              </a:ext>
            </a:extLst>
          </p:cNvPr>
          <p:cNvSpPr/>
          <p:nvPr/>
        </p:nvSpPr>
        <p:spPr>
          <a:xfrm>
            <a:off x="3621074" y="2441630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A45B5AD-96B9-723A-172F-71FE4D438D95}"/>
              </a:ext>
            </a:extLst>
          </p:cNvPr>
          <p:cNvSpPr/>
          <p:nvPr/>
        </p:nvSpPr>
        <p:spPr>
          <a:xfrm>
            <a:off x="3837711" y="2620009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4BC2420-49CF-ADEA-C0C6-EA3AA4135539}"/>
              </a:ext>
            </a:extLst>
          </p:cNvPr>
          <p:cNvSpPr/>
          <p:nvPr/>
        </p:nvSpPr>
        <p:spPr>
          <a:xfrm>
            <a:off x="3996701" y="2798388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41E401F-7FAE-E171-59DF-366A55482258}"/>
              </a:ext>
            </a:extLst>
          </p:cNvPr>
          <p:cNvSpPr/>
          <p:nvPr/>
        </p:nvSpPr>
        <p:spPr>
          <a:xfrm>
            <a:off x="4060579" y="2997296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65F2E0-A68B-9C3A-7444-1C891BC087CB}"/>
              </a:ext>
            </a:extLst>
          </p:cNvPr>
          <p:cNvSpPr/>
          <p:nvPr/>
        </p:nvSpPr>
        <p:spPr>
          <a:xfrm>
            <a:off x="3837251" y="3175675"/>
            <a:ext cx="158990" cy="1783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823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FC79BF-CEFD-45A6-2D79-1EBDD13F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372732-F2F4-A251-A001-F153DC46A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8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D1BC8B-CE7A-4D4D-16B2-01D162907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92770"/>
            <a:ext cx="12192000" cy="487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60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1791-94C3-9B2F-3342-B0B3997E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 상황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48DF68-A918-E8E5-60D9-F0081BDE6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9</a:t>
            </a:fld>
            <a:r>
              <a:rPr lang="en-US" altLang="ko-KR" dirty="0"/>
              <a:t>/10</a:t>
            </a:r>
            <a:endParaRPr lang="ko-KR" altLang="en-US" dirty="0"/>
          </a:p>
        </p:txBody>
      </p:sp>
      <p:pic>
        <p:nvPicPr>
          <p:cNvPr id="6" name="그림 5" descr="텍스트, 도표, 스케치, 종이접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11A753-2D7A-DEB4-A802-9CD39A0F7F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6300"/>
            <a:ext cx="12192000" cy="484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6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현재 구현된 기본 정적</a:t>
            </a:r>
            <a:r>
              <a:rPr lang="en-US" altLang="ko-KR" dirty="0"/>
              <a:t>, </a:t>
            </a:r>
            <a:r>
              <a:rPr lang="ko-KR" altLang="en-US" dirty="0"/>
              <a:t>동적 이벤트를 기반으로 </a:t>
            </a:r>
            <a:br>
              <a:rPr lang="en-US" altLang="ko-KR" dirty="0"/>
            </a:br>
            <a:r>
              <a:rPr lang="ko-KR" altLang="en-US" dirty="0"/>
              <a:t>태풍</a:t>
            </a:r>
            <a:r>
              <a:rPr lang="en-US" altLang="ko-KR" dirty="0"/>
              <a:t> </a:t>
            </a:r>
            <a:r>
              <a:rPr lang="ko-KR" altLang="en-US" dirty="0"/>
              <a:t>등 다양한 이벤트를 구현할 수 있게 기능 추가 및 테스트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기타 </a:t>
            </a:r>
            <a:r>
              <a:rPr lang="en-US" altLang="ko-KR" dirty="0"/>
              <a:t>UI </a:t>
            </a:r>
            <a:r>
              <a:rPr lang="ko-KR" altLang="en-US" dirty="0"/>
              <a:t>요소나 오브젝트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</a:t>
            </a:r>
            <a:endParaRPr lang="en-US" altLang="ko-KR" dirty="0"/>
          </a:p>
          <a:p>
            <a:r>
              <a:rPr lang="ko-KR" altLang="en-US" dirty="0"/>
              <a:t>배경음악</a:t>
            </a:r>
            <a:r>
              <a:rPr lang="en-US" altLang="ko-KR" dirty="0"/>
              <a:t>, </a:t>
            </a:r>
            <a:r>
              <a:rPr lang="ko-KR" altLang="en-US" dirty="0"/>
              <a:t>사운드 </a:t>
            </a:r>
            <a:r>
              <a:rPr lang="ko-KR" altLang="en-US"/>
              <a:t>이펙트 적용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10</a:t>
            </a:fld>
            <a:r>
              <a:rPr lang="en-US" altLang="ko-KR" dirty="0"/>
              <a:t>/10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1278</TotalTime>
  <Words>234</Words>
  <Application>Microsoft Office PowerPoint</Application>
  <PresentationFormat>와이드스크린</PresentationFormat>
  <Paragraphs>67</Paragraphs>
  <Slides>10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HY견고딕</vt:lpstr>
      <vt:lpstr>맑은 고딕</vt:lpstr>
      <vt:lpstr>Arial</vt:lpstr>
      <vt:lpstr>Office 테마</vt:lpstr>
      <vt:lpstr>WQFS</vt:lpstr>
      <vt:lpstr>지난 주 진행 상황</vt:lpstr>
      <vt:lpstr>지난 주 진행 상황</vt:lpstr>
      <vt:lpstr>지난 주 진행 상황</vt:lpstr>
      <vt:lpstr>지난 주 진행 상황</vt:lpstr>
      <vt:lpstr>진행 상황</vt:lpstr>
      <vt:lpstr>진행 상황</vt:lpstr>
      <vt:lpstr>진행 상황</vt:lpstr>
      <vt:lpstr>진행 상황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207</cp:revision>
  <dcterms:created xsi:type="dcterms:W3CDTF">2025-08-27T12:40:34Z</dcterms:created>
  <dcterms:modified xsi:type="dcterms:W3CDTF">2025-11-26T04:55:15Z</dcterms:modified>
</cp:coreProperties>
</file>
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77" r:id="rId3"/>
    <p:sldId id="282" r:id="rId4"/>
    <p:sldId id="283" r:id="rId5"/>
    <p:sldId id="284" r:id="rId6"/>
    <p:sldId id="290" r:id="rId7"/>
    <p:sldId id="285" r:id="rId8"/>
    <p:sldId id="286" r:id="rId9"/>
    <p:sldId id="287" r:id="rId10"/>
    <p:sldId id="288" r:id="rId11"/>
    <p:sldId id="289" r:id="rId12"/>
    <p:sldId id="278" r:id="rId13"/>
    <p:sldId id="280" r:id="rId14"/>
    <p:sldId id="281" r:id="rId15"/>
    <p:sldId id="279" r:id="rId16"/>
    <p:sldId id="263" r:id="rId17"/>
  </p:sldIdLst>
  <p:sldSz cx="12192000" cy="6858000"/>
  <p:notesSz cx="7105650" cy="102362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A9D08E"/>
    <a:srgbClr val="8ED973"/>
    <a:srgbClr val="00B0F0"/>
    <a:srgbClr val="92D050"/>
    <a:srgbClr val="FF2D2D"/>
    <a:srgbClr val="FF1919"/>
    <a:srgbClr val="FF0101"/>
    <a:srgbClr val="FF3F3F"/>
    <a:srgbClr val="FF5B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F6B2B-955B-4EA7-8C2C-A0B50ACC62EA}" v="16" dt="2025-10-08T05:25:26.1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80" y="12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0" y="9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4891" y="0"/>
            <a:ext cx="3079115" cy="513588"/>
          </a:xfrm>
          <a:prstGeom prst="rect">
            <a:avLst/>
          </a:prstGeom>
        </p:spPr>
        <p:txBody>
          <a:bodyPr vert="horz" lIns="99094" tIns="49547" rIns="99094" bIns="49547" rtlCol="0"/>
          <a:lstStyle>
            <a:lvl1pPr algn="r">
              <a:defRPr sz="1300"/>
            </a:lvl1pPr>
          </a:lstStyle>
          <a:p>
            <a:fld id="{56AE193D-720A-4563-AA71-141E9FDCE958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94" tIns="49547" rIns="99094" bIns="4954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565" y="4926171"/>
            <a:ext cx="5684520" cy="4030504"/>
          </a:xfrm>
          <a:prstGeom prst="rect">
            <a:avLst/>
          </a:prstGeom>
        </p:spPr>
        <p:txBody>
          <a:bodyPr vert="horz" lIns="99094" tIns="49547" rIns="99094" bIns="49547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4891" y="9722614"/>
            <a:ext cx="3079115" cy="513587"/>
          </a:xfrm>
          <a:prstGeom prst="rect">
            <a:avLst/>
          </a:prstGeom>
        </p:spPr>
        <p:txBody>
          <a:bodyPr vert="horz" lIns="99094" tIns="49547" rIns="99094" bIns="49547" rtlCol="0" anchor="b"/>
          <a:lstStyle>
            <a:lvl1pPr algn="r">
              <a:defRPr sz="1300"/>
            </a:lvl1pPr>
          </a:lstStyle>
          <a:p>
            <a:fld id="{7575AEB5-661D-47AA-8B68-B3592D7F97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82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75AEB5-661D-47AA-8B68-B3592D7F979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616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C98168-0A97-9FF2-F7D4-1ECC57FC1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9E55A-9A99-930D-18D8-A1DD93C19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BFBDA-D477-77D7-7CA9-E2D7E50D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47B9B-3D1A-CF88-E644-ED22937D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BEB740-DE5B-B76C-330A-06CEEBD6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9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F53AF8-7DB0-5A26-0B7C-240CD4BE2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406"/>
            <a:ext cx="10515600" cy="725034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CC6B5E22-D83E-5CDD-DE41-9AA20F3F8F1E}"/>
              </a:ext>
            </a:extLst>
          </p:cNvPr>
          <p:cNvSpPr/>
          <p:nvPr userDrawn="1"/>
        </p:nvSpPr>
        <p:spPr>
          <a:xfrm>
            <a:off x="376052" y="6176963"/>
            <a:ext cx="11439896" cy="681037"/>
          </a:xfrm>
          <a:prstGeom prst="round2Same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A5A90E-0246-56CB-05EE-26C4E590E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14776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  <a:lvl2pPr>
              <a:defRPr sz="20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2pPr>
            <a:lvl3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3pPr>
            <a:lvl4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4pPr>
            <a:lvl5pPr>
              <a:defRPr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7DB812-E764-100A-5EB4-C2D6A3BEB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6350"/>
            <a:ext cx="965859" cy="365125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pPr/>
              <a:t>‹#›</a:t>
            </a:fld>
            <a:r>
              <a:rPr lang="en-US" altLang="ko-KR" dirty="0"/>
              <a:t>/##</a:t>
            </a:r>
            <a:endParaRPr lang="ko-KR" alt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59E5DB4-7844-B844-3A26-29C0CB85EF31}"/>
              </a:ext>
            </a:extLst>
          </p:cNvPr>
          <p:cNvCxnSpPr>
            <a:cxnSpLocks/>
          </p:cNvCxnSpPr>
          <p:nvPr userDrawn="1"/>
        </p:nvCxnSpPr>
        <p:spPr>
          <a:xfrm>
            <a:off x="142504" y="894608"/>
            <a:ext cx="11934701" cy="0"/>
          </a:xfrm>
          <a:prstGeom prst="line">
            <a:avLst/>
          </a:prstGeom>
          <a:ln>
            <a:solidFill>
              <a:schemeClr val="bg2">
                <a:lumMod val="90000"/>
              </a:schemeClr>
            </a:solidFill>
            <a:prstDash val="soli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1B6C6-7021-D05C-4034-28922A981FDF}"/>
              </a:ext>
            </a:extLst>
          </p:cNvPr>
          <p:cNvSpPr txBox="1"/>
          <p:nvPr userDrawn="1"/>
        </p:nvSpPr>
        <p:spPr>
          <a:xfrm>
            <a:off x="5625629" y="6356350"/>
            <a:ext cx="10839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866108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FF7B73-BF6E-D1BB-C735-6FE9E3E17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DE0898-4141-75EA-D3AE-78DC569E5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8BC860-778E-F9A6-0772-56B496671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14BB5A-1537-DD20-294E-F258647D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C9AC6A-BA24-4E09-A3C8-B77879512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349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3C18B-B30C-5228-AD14-31181350A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4FA97E-0081-ED45-3AB4-86729EAA45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45C145-C818-5F59-0B8C-B2BE96C05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66968A-871B-A549-5284-24CDCC1B8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58042A-2CE4-BEB7-D84A-EE82B6B4D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8B81584-9760-CFB7-9271-C376C6E34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86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6D3F6B-5FEB-0FAF-EBE6-ABF6E1203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B576ABC-38AE-23FC-E716-2E4482386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456973-7B38-0243-336C-50568BF69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45766AE-852A-0135-5702-B5F916A0FB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2B787-24E8-CA98-357E-45340B022C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85681D6-E4B5-DC14-CB43-C30D9FE5C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F3349F-FD3E-97C8-C1A6-5FD1F578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00857B7-C0B7-6E67-0E4C-527FFB52D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44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E94DF-B5D3-E4A8-7948-09CBDECD5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E737BA-04F9-1B72-3ADC-E7D9F4C14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41AD69-0452-AC90-BF74-0EE0EA09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721304-4C54-F4A3-1EDE-52AF0E04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4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08E2051-1EE8-FABC-1795-B323C8399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61979E1-20ED-3457-6159-B5BAE3D2D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EBE655-A4B8-E3ED-A4B6-14AC20867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035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5E70BE-3952-B6F0-08E3-C268632B6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8CEF35-CA5B-2519-75DC-2930CE31B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A1C5B7-053E-049C-E87E-864C4F2BF3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D52A5E-3438-041A-C7A3-92AEE831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C84C644-7C62-38F2-2068-2FCD286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27A2C1-C6BF-0AB7-29C4-70AA28DCC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04452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E8914-5EB0-B962-C33D-87F9083F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305CB22-5208-A7FB-31E0-4B2A76304D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3F4396-A1AF-C1B3-2E65-343CD828A6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6577CC-D973-B0B3-4A05-7004F4DC9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E760FC-CE82-E39E-BFD6-EEE9707A8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EFF2A8-A55C-3BBB-309C-F007830DC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6767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ED9B2C-54EC-092A-70C9-326205007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5D8C25-9486-2F20-CD5C-B69646517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7864A4-9765-9F2F-D454-3DD9AFB3A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C8299-AA22-B710-764A-D8D4626EA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CB4946-787E-ABC4-AEA8-E2E005A8C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34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EE9A9B-9B2A-C5DE-8D52-3C0B6439B7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91A96A-1DBB-D94E-12DD-3DF01C266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B7DD3D-C192-510B-1588-D54CC67A9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9CDB6CA-041D-2010-72A5-5217A9D58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4BAB71-AEC8-364C-65CB-0551C6FE8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7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819D53D-0972-8C8F-311F-4A7A8C0BE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7F91D6-8F96-A87E-E35A-8201CC20B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7BFD77-0EA9-B63F-B1AE-319C596CF1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44D894-CCE4-4219-86B7-733D27BABF13}" type="datetimeFigureOut">
              <a:rPr lang="ko-KR" altLang="en-US" smtClean="0"/>
              <a:t>2025-12-02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870978-E6DF-55B0-9D8E-62FAE80D1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9BEA4-BDE5-0F5D-7B02-14C1683AE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94CC86-33DA-4CBD-A678-F7DD024C14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6881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18" Type="http://schemas.openxmlformats.org/officeDocument/2006/relationships/image" Target="../media/image4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17" Type="http://schemas.openxmlformats.org/officeDocument/2006/relationships/image" Target="../media/image39.png"/><Relationship Id="rId2" Type="http://schemas.openxmlformats.org/officeDocument/2006/relationships/image" Target="../media/image24.png"/><Relationship Id="rId16" Type="http://schemas.openxmlformats.org/officeDocument/2006/relationships/image" Target="../media/image38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19" Type="http://schemas.openxmlformats.org/officeDocument/2006/relationships/image" Target="../media/image41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76628AFA-07F6-6A1C-1CA2-29D76184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826" y="0"/>
            <a:ext cx="13119652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A2A81DE-97FA-25A3-2074-0D5E1CC51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01837"/>
            <a:ext cx="9144000" cy="933479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WQFS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27B34A-FF70-5C7D-A3C8-15B8F4AC2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027392"/>
            <a:ext cx="9144000" cy="427840"/>
          </a:xfrm>
        </p:spPr>
        <p:txBody>
          <a:bodyPr anchor="ctr"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(W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orld event &amp;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Q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uest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F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usion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S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ystem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CC9D879-4FB4-47A7-8A4E-AC82EE2020A2}"/>
              </a:ext>
            </a:extLst>
          </p:cNvPr>
          <p:cNvSpPr txBox="1">
            <a:spLocks/>
          </p:cNvSpPr>
          <p:nvPr/>
        </p:nvSpPr>
        <p:spPr>
          <a:xfrm>
            <a:off x="5052970" y="4794308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202444086 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이인희</a:t>
            </a:r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3FE9E06B-E659-DD8B-890B-9DA9275F5E2D}"/>
              </a:ext>
            </a:extLst>
          </p:cNvPr>
          <p:cNvSpPr txBox="1">
            <a:spLocks/>
          </p:cNvSpPr>
          <p:nvPr/>
        </p:nvSpPr>
        <p:spPr>
          <a:xfrm>
            <a:off x="1524000" y="3575806"/>
            <a:ext cx="9144000" cy="10423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월드 이벤트 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&amp; 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퀘스트 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융합 시스템</a:t>
            </a:r>
            <a:endParaRPr lang="en-US" altLang="ko-KR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(10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주차</a:t>
            </a: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2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A1112FEA-B54C-E0DD-1E8E-20EDE647DF8C}"/>
              </a:ext>
            </a:extLst>
          </p:cNvPr>
          <p:cNvSpPr txBox="1">
            <a:spLocks/>
          </p:cNvSpPr>
          <p:nvPr/>
        </p:nvSpPr>
        <p:spPr>
          <a:xfrm>
            <a:off x="9478920" y="8210549"/>
            <a:ext cx="1993782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Background by</a:t>
            </a:r>
            <a:endParaRPr lang="ko-KR" altLang="en-US" sz="120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부제목 2">
            <a:extLst>
              <a:ext uri="{FF2B5EF4-FFF2-40B4-BE49-F238E27FC236}">
                <a16:creationId xmlns:a16="http://schemas.microsoft.com/office/drawing/2014/main" id="{A89C96B5-E020-97BE-824A-E3AD0345BC4C}"/>
              </a:ext>
            </a:extLst>
          </p:cNvPr>
          <p:cNvSpPr txBox="1">
            <a:spLocks/>
          </p:cNvSpPr>
          <p:nvPr/>
        </p:nvSpPr>
        <p:spPr>
          <a:xfrm>
            <a:off x="9764670" y="6276527"/>
            <a:ext cx="2236830" cy="427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Background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by</a:t>
            </a:r>
            <a:r>
              <a:rPr lang="ko-KR" altLang="en-US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200" dirty="0">
                <a:latin typeface="HY견고딕" panose="02030600000101010101" pitchFamily="18" charset="-127"/>
                <a:ea typeface="HY견고딕" panose="02030600000101010101" pitchFamily="18" charset="-127"/>
              </a:rPr>
              <a:t>Gemini</a:t>
            </a:r>
            <a:endParaRPr lang="ko-KR" altLang="en-US" sz="12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547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19FCF3-0462-33B2-3736-AFB54CB0F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출시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8A7A2D-87A0-C2E7-B1E0-C83CE70A12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2247405"/>
          </a:xfrm>
        </p:spPr>
        <p:txBody>
          <a:bodyPr/>
          <a:lstStyle/>
          <a:p>
            <a:r>
              <a:rPr lang="ko-KR" altLang="en-US" dirty="0"/>
              <a:t>플랫폼</a:t>
            </a:r>
            <a:endParaRPr lang="en-US" altLang="ko-KR" dirty="0"/>
          </a:p>
          <a:p>
            <a:pPr lvl="1"/>
            <a:r>
              <a:rPr lang="en-US" altLang="ko-KR" dirty="0" err="1"/>
              <a:t>Github</a:t>
            </a:r>
            <a:r>
              <a:rPr lang="en-US" altLang="ko-KR" dirty="0"/>
              <a:t> (</a:t>
            </a:r>
            <a:r>
              <a:rPr lang="ko-KR" altLang="en-US" dirty="0"/>
              <a:t>시스템</a:t>
            </a:r>
            <a:r>
              <a:rPr lang="en-US" altLang="ko-KR" dirty="0"/>
              <a:t>, </a:t>
            </a:r>
            <a:r>
              <a:rPr lang="ko-KR" altLang="en-US" dirty="0" err="1"/>
              <a:t>테크</a:t>
            </a:r>
            <a:r>
              <a:rPr lang="ko-KR" altLang="en-US" dirty="0"/>
              <a:t> 데모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가격</a:t>
            </a:r>
            <a:endParaRPr lang="en-US" altLang="ko-KR" dirty="0"/>
          </a:p>
          <a:p>
            <a:pPr lvl="1"/>
            <a:r>
              <a:rPr lang="ko-KR" altLang="en-US" dirty="0"/>
              <a:t>오픈소스</a:t>
            </a:r>
            <a:r>
              <a:rPr lang="en-US" altLang="ko-KR" dirty="0"/>
              <a:t>(</a:t>
            </a:r>
            <a:r>
              <a:rPr lang="ko-KR" altLang="en-US" dirty="0"/>
              <a:t>무료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480D5B-A57B-B07D-9DAE-2A98351BC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2</a:t>
            </a:fld>
            <a:r>
              <a:rPr lang="en-US" altLang="ko-KR" dirty="0"/>
              <a:t>/16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6979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B4B83-FE26-88C5-A97C-51CB140BA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A615D-7900-7AC4-F6FB-DB3A93E8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1C26B2-8ACD-15DC-687D-B7C1E1876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3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C601E-9419-97DD-616B-AF84566FE4E7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81EC6E-A2A6-DB26-5343-72F850C6A226}"/>
              </a:ext>
            </a:extLst>
          </p:cNvPr>
          <p:cNvSpPr txBox="1"/>
          <p:nvPr/>
        </p:nvSpPr>
        <p:spPr>
          <a:xfrm>
            <a:off x="10024385" y="16633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AC751626-E2CB-4D89-CE0E-6B6DF32E6B57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/>
              <a:t>NPC</a:t>
            </a:r>
            <a:endParaRPr lang="ko-KR" altLang="en-US" sz="2800" dirty="0"/>
          </a:p>
        </p:txBody>
      </p:sp>
      <p:pic>
        <p:nvPicPr>
          <p:cNvPr id="12" name="그림 11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AC07DF-A876-7AC3-7A5D-9D1E44BE7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5977" y="2155970"/>
            <a:ext cx="3719871" cy="398733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6EEB9F5-4857-B664-1B32-4E1A154BA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5" y="3055214"/>
            <a:ext cx="8019137" cy="166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5796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535C9-CE33-51F5-77A2-C5016719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D3F951-6FB0-EEA9-3A93-DDADE80AE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F39826-3D48-813E-0CAD-F935C38CE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4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B31776-4EFD-CFE9-DF02-7DCBFA61EC9B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E2ED1C-3E1B-580E-5F74-0BF7AFC1C0EF}"/>
              </a:ext>
            </a:extLst>
          </p:cNvPr>
          <p:cNvSpPr txBox="1"/>
          <p:nvPr/>
        </p:nvSpPr>
        <p:spPr>
          <a:xfrm>
            <a:off x="10024385" y="16633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3A18665B-63D6-203A-D7B6-E78618DBACDA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/>
              <a:t>Event</a:t>
            </a:r>
            <a:endParaRPr lang="ko-KR" altLang="en-US" sz="2800" dirty="0"/>
          </a:p>
        </p:txBody>
      </p:sp>
      <p:pic>
        <p:nvPicPr>
          <p:cNvPr id="5" name="그림 4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E2D610-7DE3-B937-B991-13DF060FB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813" y="2007753"/>
            <a:ext cx="4659941" cy="41334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0250845-AC76-BD55-CC2C-188821988C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51" y="2335843"/>
            <a:ext cx="7327783" cy="774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509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F78F9-7103-6160-0C70-2C99933CC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145939-9C81-30D2-4B96-84656232F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42530B-468F-E92C-B894-563230293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5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5C5107-5C1D-C37A-AA9E-CE269C177A44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41FC37-B8CA-FD24-4EC2-8086E283AE0B}"/>
              </a:ext>
            </a:extLst>
          </p:cNvPr>
          <p:cNvSpPr txBox="1"/>
          <p:nvPr/>
        </p:nvSpPr>
        <p:spPr>
          <a:xfrm>
            <a:off x="10024385" y="16633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B1B95912-58B7-C832-4FFA-8DC6F9FB03EA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dirty="0"/>
              <a:t>Item</a:t>
            </a:r>
            <a:endParaRPr lang="ko-KR" altLang="en-US" sz="2800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AFBDC3-0DFA-D7E6-C560-B1DB382C8E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05" y="2581584"/>
            <a:ext cx="4917944" cy="1147321"/>
          </a:xfrm>
          <a:prstGeom prst="rect">
            <a:avLst/>
          </a:prstGeom>
        </p:spPr>
      </p:pic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7F6FFD-DC28-C8B7-4FEF-3DEEEF91A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860" y="2072080"/>
            <a:ext cx="7082471" cy="353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530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B878B-3E0D-257E-20B9-B193D720C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1A791-DDF9-538F-EDF5-3D1A1A02D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B124AD-2E7A-3C38-C944-AA000C0D4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6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D051D2-6B4B-6352-6832-B073733DB4B5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9212B-AED2-C923-AF81-860AC89CFCC1}"/>
              </a:ext>
            </a:extLst>
          </p:cNvPr>
          <p:cNvSpPr txBox="1"/>
          <p:nvPr/>
        </p:nvSpPr>
        <p:spPr>
          <a:xfrm>
            <a:off x="10024385" y="16633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72649D69-4B95-EC01-1122-33D3AC6B869F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/>
              <a:t>이벤트 관리</a:t>
            </a:r>
            <a:endParaRPr lang="ko-KR" altLang="en-US" sz="2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CB6A3AE-6A02-679C-853E-BE525C4AA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518" y="2159762"/>
            <a:ext cx="4820323" cy="457264"/>
          </a:xfrm>
          <a:prstGeom prst="rect">
            <a:avLst/>
          </a:prstGeom>
        </p:spPr>
      </p:pic>
      <p:pic>
        <p:nvPicPr>
          <p:cNvPr id="16" name="그림 1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0C3274-BD40-C1CF-F92C-5F8FE6FDD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22" y="2159762"/>
            <a:ext cx="4641060" cy="29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24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4EDBB-1287-49E1-A862-0D188447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18F4F8-CA2E-BA27-9E83-7AE04B253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C5D32C-9537-7F9A-CBD5-B30855BC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7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8BE7A5-1B8E-B1F3-63B7-D41742A75059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B0F765-47E8-904E-1122-D20C39CA45CF}"/>
              </a:ext>
            </a:extLst>
          </p:cNvPr>
          <p:cNvSpPr txBox="1"/>
          <p:nvPr/>
        </p:nvSpPr>
        <p:spPr>
          <a:xfrm>
            <a:off x="10024385" y="166336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B06EBABE-96D2-2D83-5583-AA3906945DF2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dirty="0"/>
              <a:t>객체 생성</a:t>
            </a:r>
          </a:p>
        </p:txBody>
      </p:sp>
      <p:pic>
        <p:nvPicPr>
          <p:cNvPr id="14" name="그림 13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8F20EF-8F8B-6545-2263-8734BDA28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5279" y="2068158"/>
            <a:ext cx="5760242" cy="3774774"/>
          </a:xfrm>
          <a:prstGeom prst="rect">
            <a:avLst/>
          </a:prstGeom>
        </p:spPr>
      </p:pic>
      <p:pic>
        <p:nvPicPr>
          <p:cNvPr id="20" name="그림 19" descr="스크린샷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D548CF-7D18-827A-820F-F7267C825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224" y="2232498"/>
            <a:ext cx="6023295" cy="84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7372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06B84-CEB7-21EA-083D-CA89F6F77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9DD698-86D4-67FF-082C-BC2E1C4FF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63FC10-9177-283F-E9CB-D055DFAA5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8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5F8CA8-6466-5211-34D8-82203A8BAA48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48CBA-5044-99CA-23C3-FB9E008D75D0}"/>
              </a:ext>
            </a:extLst>
          </p:cNvPr>
          <p:cNvSpPr txBox="1"/>
          <p:nvPr/>
        </p:nvSpPr>
        <p:spPr>
          <a:xfrm>
            <a:off x="9206458" y="346933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E9361109-39C1-00FA-56D8-759D88EE5953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dirty="0"/>
              <a:t>퀘스트 생성</a:t>
            </a:r>
          </a:p>
        </p:txBody>
      </p:sp>
      <p:pic>
        <p:nvPicPr>
          <p:cNvPr id="12" name="그림 11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E0AD63-72A0-ECE9-91BB-EFFEBC48F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504"/>
          <a:stretch>
            <a:fillRect/>
          </a:stretch>
        </p:blipFill>
        <p:spPr>
          <a:xfrm>
            <a:off x="4978865" y="3848909"/>
            <a:ext cx="7108272" cy="187730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F28DBE5-AC82-F534-0FE8-6903F21774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01" y="2130840"/>
            <a:ext cx="8967831" cy="21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544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AD6D6-B660-B6CF-2560-5D660BE50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57E7F-8873-2873-E47F-3D0803472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C24F80-C4D5-8F12-0246-277F40510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9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EF4E80-37D4-06C3-50E8-1AC002AB8AB0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715B0-29CD-034A-9C43-29B73815614B}"/>
              </a:ext>
            </a:extLst>
          </p:cNvPr>
          <p:cNvSpPr txBox="1"/>
          <p:nvPr/>
        </p:nvSpPr>
        <p:spPr>
          <a:xfrm>
            <a:off x="9424572" y="243748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2033901E-B3A6-7DEE-C2EE-E7EC3F380781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dirty="0"/>
              <a:t>보상 생성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EC28F55-E6A9-B7DD-D68A-097D97DC6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01" y="2130840"/>
            <a:ext cx="8967831" cy="212828"/>
          </a:xfrm>
          <a:prstGeom prst="rect">
            <a:avLst/>
          </a:prstGeom>
        </p:spPr>
      </p:pic>
      <p:pic>
        <p:nvPicPr>
          <p:cNvPr id="13" name="그림 12" descr="텍스트, 스크린샷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4BDEFE-2185-0F8B-B662-3D2E1C46FC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2341" y="2841532"/>
            <a:ext cx="4434467" cy="321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606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B95C8-2BB9-4096-3405-1F757EE33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54022-8A67-BC24-3656-249337F63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AE1098-059C-78BF-E52A-471F299BC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10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216F87-7BF5-BE62-5CA7-013DA8999B73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66B6BE-B1AC-E625-BEE6-513A40F80FB1}"/>
              </a:ext>
            </a:extLst>
          </p:cNvPr>
          <p:cNvSpPr txBox="1"/>
          <p:nvPr/>
        </p:nvSpPr>
        <p:spPr>
          <a:xfrm>
            <a:off x="9424572" y="2437487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6F544490-EA41-750E-0186-F7D03B3CB3FC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dirty="0"/>
              <a:t>퀘스트 완료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27FDE44-A64D-BD4A-472C-FE02BEDF74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01" y="2130840"/>
            <a:ext cx="8967831" cy="212828"/>
          </a:xfrm>
          <a:prstGeom prst="rect">
            <a:avLst/>
          </a:prstGeom>
        </p:spPr>
      </p:pic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F82EFF-75D3-83CF-6D05-B153760A58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11" y="2856451"/>
            <a:ext cx="4089633" cy="327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2015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5198-2A42-F9AB-5F9E-D95AF3FCD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D4DF35-28FE-2A1A-39B1-1EFC84C14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미사용 차이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7BC52-1DF9-D6C7-B6D4-CF7A019D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3413" y="6352156"/>
            <a:ext cx="965859" cy="365125"/>
          </a:xfrm>
        </p:spPr>
        <p:txBody>
          <a:bodyPr/>
          <a:lstStyle/>
          <a:p>
            <a:fld id="{E694CC86-33DA-4CBD-A678-F7DD024C14A4}" type="slidenum">
              <a:rPr lang="ko-KR" altLang="en-US" smtClean="0"/>
              <a:pPr/>
              <a:t>11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EF3EDB-2095-6A35-5A18-3A1C5229A708}"/>
              </a:ext>
            </a:extLst>
          </p:cNvPr>
          <p:cNvSpPr txBox="1"/>
          <p:nvPr/>
        </p:nvSpPr>
        <p:spPr>
          <a:xfrm>
            <a:off x="1293611" y="166336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52DDDD-4541-B9A1-7855-D76376B90342}"/>
              </a:ext>
            </a:extLst>
          </p:cNvPr>
          <p:cNvSpPr txBox="1"/>
          <p:nvPr/>
        </p:nvSpPr>
        <p:spPr>
          <a:xfrm>
            <a:off x="10779394" y="348826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미사용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A90B6DC4-E9D7-60FF-3075-CDC0FFFF3DBC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dirty="0"/>
              <a:t>퀘스트 리스트</a:t>
            </a:r>
          </a:p>
        </p:txBody>
      </p:sp>
      <p:pic>
        <p:nvPicPr>
          <p:cNvPr id="6" name="그림 5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1926235-0F2D-8A69-7AB2-CBFC24752A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9614" y="3931787"/>
            <a:ext cx="5601049" cy="2165705"/>
          </a:xfrm>
          <a:prstGeom prst="rect">
            <a:avLst/>
          </a:prstGeom>
        </p:spPr>
      </p:pic>
      <p:pic>
        <p:nvPicPr>
          <p:cNvPr id="11" name="그림 10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59A6D61-D697-603B-B356-061475C30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089" y="2087449"/>
            <a:ext cx="7801761" cy="1575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01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E0D65-A805-B809-B37C-CA9A061B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081351-1B69-744E-8E9A-FE01A9945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6246"/>
            <a:ext cx="10515600" cy="847897"/>
          </a:xfrm>
        </p:spPr>
        <p:txBody>
          <a:bodyPr/>
          <a:lstStyle/>
          <a:p>
            <a:r>
              <a:rPr lang="ko-KR" altLang="en-US" dirty="0"/>
              <a:t>충돌 체크</a:t>
            </a:r>
            <a:endParaRPr lang="en-US" altLang="ko-KR" dirty="0"/>
          </a:p>
          <a:p>
            <a:pPr lvl="1"/>
            <a:r>
              <a:rPr lang="ko-KR" altLang="en-US" dirty="0"/>
              <a:t>맵 오브젝트와의 충돌 체크를 통해 막힌 지형으로 나아갈 수 없게 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EB367-FE9C-E483-53FC-81C468585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12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9E913DD-D8EA-CF0C-659A-CF3346C6A22C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B8B6145E-DC87-DA56-EDFC-E9A4A958287D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84349-ABC2-61B3-417D-811D01A87E11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90D66-C036-816E-6AC0-3EAC14EC39C6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0F5614-63AE-08E0-2783-55AEFE232EEA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93CEE0BD-0393-FB47-0C40-1C1CD03434DE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err="1"/>
              <a:t>테크</a:t>
            </a:r>
            <a:r>
              <a:rPr lang="ko-KR" altLang="en-US" sz="2800" dirty="0"/>
              <a:t> 데모</a:t>
            </a:r>
          </a:p>
        </p:txBody>
      </p:sp>
      <p:pic>
        <p:nvPicPr>
          <p:cNvPr id="12" name="그림 11" descr="스크린샷, 텍스트, 패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A56916-7F4A-B6FC-0A88-D4D7C43E3A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44" r="21119"/>
          <a:stretch>
            <a:fillRect/>
          </a:stretch>
        </p:blipFill>
        <p:spPr>
          <a:xfrm>
            <a:off x="1988189" y="2757029"/>
            <a:ext cx="2797729" cy="2808379"/>
          </a:xfrm>
          <a:prstGeom prst="rect">
            <a:avLst/>
          </a:prstGeom>
        </p:spPr>
      </p:pic>
      <p:pic>
        <p:nvPicPr>
          <p:cNvPr id="14" name="그림 1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F4EAD5-FA8B-BBE9-910E-909D80FB1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9865" y="1131297"/>
            <a:ext cx="2701448" cy="4594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6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8BEDC-20CB-4E5E-958F-B124193CC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527886-C862-9472-00A2-D5604882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ED5AFA5-521A-7119-E22C-D6644D04BC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6246"/>
            <a:ext cx="10515600" cy="847897"/>
          </a:xfrm>
        </p:spPr>
        <p:txBody>
          <a:bodyPr>
            <a:normAutofit/>
          </a:bodyPr>
          <a:lstStyle/>
          <a:p>
            <a:r>
              <a:rPr lang="ko-KR" altLang="en-US" dirty="0"/>
              <a:t>오디오</a:t>
            </a:r>
            <a:endParaRPr lang="en-US" altLang="ko-KR" dirty="0"/>
          </a:p>
          <a:p>
            <a:pPr lvl="1"/>
            <a:r>
              <a:rPr lang="en-US" altLang="ko-KR" dirty="0" err="1"/>
              <a:t>irrKlang</a:t>
            </a:r>
            <a:r>
              <a:rPr lang="en-US" altLang="ko-KR" dirty="0"/>
              <a:t> </a:t>
            </a:r>
            <a:r>
              <a:rPr lang="ko-KR" altLang="en-US" dirty="0"/>
              <a:t>오픈소스 라이브러리를 통해 게임 내 오디오 삽입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70A3EE-94A4-12DD-34A2-EC5712F36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13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C72B2EE-2956-D712-58F8-8490CD10836C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53FC14A0-E8CE-8293-0973-E9E65292B404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A0958-B6E2-2D87-B035-A54A072FB832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06A39-280F-0865-E3CE-B611CA55D49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B402B1-7526-A706-999F-94B379EC164B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3EFAB096-100C-EC38-F737-312729A937EC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err="1"/>
              <a:t>테크</a:t>
            </a:r>
            <a:r>
              <a:rPr lang="ko-KR" altLang="en-US" sz="2800" dirty="0"/>
              <a:t> 데모</a:t>
            </a:r>
          </a:p>
        </p:txBody>
      </p:sp>
      <p:pic>
        <p:nvPicPr>
          <p:cNvPr id="11" name="2025-12-02 22-28-57">
            <a:hlinkClick r:id="" action="ppaction://media"/>
            <a:extLst>
              <a:ext uri="{FF2B5EF4-FFF2-40B4-BE49-F238E27FC236}">
                <a16:creationId xmlns:a16="http://schemas.microsoft.com/office/drawing/2014/main" id="{C63DED72-1F5F-FD4A-2252-747561BB693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22933" r="21059"/>
          <a:stretch>
            <a:fillRect/>
          </a:stretch>
        </p:blipFill>
        <p:spPr>
          <a:xfrm>
            <a:off x="8791662" y="2359049"/>
            <a:ext cx="3287837" cy="330210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963E9A6-F9EF-CBB7-FD5F-DF653D99B0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50" y="4279067"/>
            <a:ext cx="8202170" cy="86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797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184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17F48-5A02-4087-B1C1-2BE10A85C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440A9-0377-7FF4-7B7D-43AAFB0B6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631191-BF9F-BD3D-BC9C-467DD09FC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6246"/>
            <a:ext cx="10515600" cy="847897"/>
          </a:xfrm>
        </p:spPr>
        <p:txBody>
          <a:bodyPr>
            <a:normAutofit/>
          </a:bodyPr>
          <a:lstStyle/>
          <a:p>
            <a:r>
              <a:rPr lang="ko-KR" altLang="en-US" dirty="0"/>
              <a:t>효과</a:t>
            </a:r>
            <a:endParaRPr lang="en-US" altLang="ko-KR" dirty="0"/>
          </a:p>
          <a:p>
            <a:pPr lvl="1"/>
            <a:r>
              <a:rPr lang="ko-KR" altLang="en-US" dirty="0"/>
              <a:t>지진 이벤트가 시아 범위 내에 있을 시 화면이 흔들리는 효과를 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D666A8-16B9-BC1E-37FD-56EA3BB49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14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DAC1BBE7-0527-BC91-615C-A3523C8C23F9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77D047F9-967A-54C3-3B8B-3B454EA39FE8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147B88-BC82-8BE6-9BFF-C284EADCA5CD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94EC7F-6579-A861-6B68-36F289D11178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498E7E-49C7-6FDA-D555-4BC5AC7C97EC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A8EA3B0C-7B2A-6739-F3F2-FE9EB121AD49}"/>
              </a:ext>
            </a:extLst>
          </p:cNvPr>
          <p:cNvSpPr txBox="1">
            <a:spLocks/>
          </p:cNvSpPr>
          <p:nvPr/>
        </p:nvSpPr>
        <p:spPr>
          <a:xfrm>
            <a:off x="838200" y="938326"/>
            <a:ext cx="10515600" cy="7250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err="1"/>
              <a:t>테크</a:t>
            </a:r>
            <a:r>
              <a:rPr lang="ko-KR" altLang="en-US" sz="2800" dirty="0"/>
              <a:t> 데모</a:t>
            </a:r>
          </a:p>
        </p:txBody>
      </p:sp>
      <p:pic>
        <p:nvPicPr>
          <p:cNvPr id="12" name="그림 11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E25A5D-EC74-041E-EED1-B5C5EE26B7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465" y="3187610"/>
            <a:ext cx="7920302" cy="2023377"/>
          </a:xfrm>
          <a:prstGeom prst="rect">
            <a:avLst/>
          </a:prstGeom>
        </p:spPr>
      </p:pic>
      <p:pic>
        <p:nvPicPr>
          <p:cNvPr id="14" name="그림 13" descr="스크린샷, 텍스트, 직사각형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A54CE8-6502-A57B-DB11-E2FD11236B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44" r="21174"/>
          <a:stretch>
            <a:fillRect/>
          </a:stretch>
        </p:blipFill>
        <p:spPr>
          <a:xfrm>
            <a:off x="8787468" y="2657980"/>
            <a:ext cx="2994869" cy="30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256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15CA3-E021-E939-7DE1-FC197172E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7272B-FDC6-D1B8-34BD-38EFBAF0A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진행사항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C99886-2F79-3F7A-7DD6-6C4B1C429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565562"/>
          </a:xfrm>
        </p:spPr>
        <p:txBody>
          <a:bodyPr/>
          <a:lstStyle/>
          <a:p>
            <a:r>
              <a:rPr lang="ko-KR" altLang="en-US" dirty="0" err="1"/>
              <a:t>스프라이트</a:t>
            </a:r>
            <a:r>
              <a:rPr lang="ko-KR" altLang="en-US" dirty="0"/>
              <a:t> 제작 현황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41ABCE-9B5D-9AFE-717E-FCB99D27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15</a:t>
            </a:fld>
            <a:r>
              <a:rPr lang="en-US" altLang="ko-KR" dirty="0"/>
              <a:t>/16</a:t>
            </a:r>
            <a:endParaRPr lang="ko-KR" altLang="en-US" dirty="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7656F95-A447-6B30-015C-2A60EB3FAC37}"/>
              </a:ext>
            </a:extLst>
          </p:cNvPr>
          <p:cNvSpPr/>
          <p:nvPr/>
        </p:nvSpPr>
        <p:spPr>
          <a:xfrm>
            <a:off x="609598" y="5828805"/>
            <a:ext cx="10793188" cy="204347"/>
          </a:xfrm>
          <a:prstGeom prst="roundRect">
            <a:avLst>
              <a:gd name="adj" fmla="val 5000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37A7AF17-DD7D-7ACA-1AA1-ED4F84D38C0B}"/>
              </a:ext>
            </a:extLst>
          </p:cNvPr>
          <p:cNvSpPr/>
          <p:nvPr/>
        </p:nvSpPr>
        <p:spPr>
          <a:xfrm>
            <a:off x="609600" y="5840557"/>
            <a:ext cx="10972800" cy="192595"/>
          </a:xfrm>
          <a:prstGeom prst="roundRect">
            <a:avLst>
              <a:gd name="adj" fmla="val 50000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17559-42B4-68DB-1103-BA9BA2312F46}"/>
              </a:ext>
            </a:extLst>
          </p:cNvPr>
          <p:cNvSpPr txBox="1"/>
          <p:nvPr/>
        </p:nvSpPr>
        <p:spPr>
          <a:xfrm>
            <a:off x="122870" y="5782967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5890C3-2538-BFED-D34C-2ABA0919D8AF}"/>
              </a:ext>
            </a:extLst>
          </p:cNvPr>
          <p:cNvSpPr txBox="1"/>
          <p:nvPr/>
        </p:nvSpPr>
        <p:spPr>
          <a:xfrm>
            <a:off x="11548533" y="5782967"/>
            <a:ext cx="6928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100%</a:t>
            </a:r>
            <a:endParaRPr lang="ko-KR" altLang="en-US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F1FAD6-7DB7-C694-46BC-48E2723FFDF0}"/>
              </a:ext>
            </a:extLst>
          </p:cNvPr>
          <p:cNvSpPr txBox="1"/>
          <p:nvPr/>
        </p:nvSpPr>
        <p:spPr>
          <a:xfrm>
            <a:off x="5861800" y="5815121"/>
            <a:ext cx="4683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95%</a:t>
            </a:r>
            <a:endParaRPr lang="ko-KR" altLang="en-US" sz="1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CC0E7A-4916-6CA7-6905-0BA2BF3FFC58}"/>
              </a:ext>
            </a:extLst>
          </p:cNvPr>
          <p:cNvSpPr txBox="1"/>
          <p:nvPr/>
        </p:nvSpPr>
        <p:spPr>
          <a:xfrm>
            <a:off x="609598" y="261442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플레이어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CE8512-3EE4-D09A-48BB-8E321F562B3B}"/>
              </a:ext>
            </a:extLst>
          </p:cNvPr>
          <p:cNvSpPr txBox="1"/>
          <p:nvPr/>
        </p:nvSpPr>
        <p:spPr>
          <a:xfrm>
            <a:off x="3554017" y="2614427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B5DA30-7E71-53F2-8E0D-F10E9D6C61B0}"/>
              </a:ext>
            </a:extLst>
          </p:cNvPr>
          <p:cNvSpPr txBox="1"/>
          <p:nvPr/>
        </p:nvSpPr>
        <p:spPr>
          <a:xfrm>
            <a:off x="4623583" y="2600055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CAD28E-F98D-8EFF-1A1B-C1FE60D278DC}"/>
              </a:ext>
            </a:extLst>
          </p:cNvPr>
          <p:cNvSpPr txBox="1"/>
          <p:nvPr/>
        </p:nvSpPr>
        <p:spPr>
          <a:xfrm>
            <a:off x="5619626" y="2609739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640FCB-8964-AC4D-10C0-854043962822}"/>
              </a:ext>
            </a:extLst>
          </p:cNvPr>
          <p:cNvSpPr txBox="1"/>
          <p:nvPr/>
        </p:nvSpPr>
        <p:spPr>
          <a:xfrm>
            <a:off x="6615669" y="2605784"/>
            <a:ext cx="7681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NPC 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D59DF1-B246-D609-A29B-8AEC751D3866}"/>
              </a:ext>
            </a:extLst>
          </p:cNvPr>
          <p:cNvSpPr txBox="1"/>
          <p:nvPr/>
        </p:nvSpPr>
        <p:spPr>
          <a:xfrm>
            <a:off x="7611712" y="260973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몬스터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4299D23-4DEB-A886-5BC3-43FB20F3F314}"/>
              </a:ext>
            </a:extLst>
          </p:cNvPr>
          <p:cNvSpPr txBox="1"/>
          <p:nvPr/>
        </p:nvSpPr>
        <p:spPr>
          <a:xfrm>
            <a:off x="9875746" y="260005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이벤트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19C95B-F630-CCC6-1F00-3B2491ABE919}"/>
              </a:ext>
            </a:extLst>
          </p:cNvPr>
          <p:cNvSpPr txBox="1"/>
          <p:nvPr/>
        </p:nvSpPr>
        <p:spPr>
          <a:xfrm>
            <a:off x="9081140" y="4646963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아이템 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331605-073F-CB90-B223-F3C23CEB8AF3}"/>
              </a:ext>
            </a:extLst>
          </p:cNvPr>
          <p:cNvSpPr txBox="1"/>
          <p:nvPr/>
        </p:nvSpPr>
        <p:spPr>
          <a:xfrm>
            <a:off x="3098682" y="4646963"/>
            <a:ext cx="6030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타일 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32DC5D-AA2E-79D7-2AEE-5B76F469BE61}"/>
              </a:ext>
            </a:extLst>
          </p:cNvPr>
          <p:cNvSpPr txBox="1"/>
          <p:nvPr/>
        </p:nvSpPr>
        <p:spPr>
          <a:xfrm>
            <a:off x="2003943" y="2615577"/>
            <a:ext cx="11416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공격 이펙트</a:t>
            </a:r>
            <a:endParaRPr lang="en-US" altLang="ko-KR" sz="14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22" name="그림 21" descr="스크린샷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75B3C4-219A-7FE4-ED3C-9DF75200F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901" y="1748952"/>
            <a:ext cx="788437" cy="788437"/>
          </a:xfrm>
          <a:prstGeom prst="rect">
            <a:avLst/>
          </a:prstGeom>
        </p:spPr>
      </p:pic>
      <p:pic>
        <p:nvPicPr>
          <p:cNvPr id="24" name="그림 23" descr="스크린샷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ED2724-C08F-372C-54CE-64FBAA3E4B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1749811"/>
            <a:ext cx="788435" cy="788435"/>
          </a:xfrm>
          <a:prstGeom prst="rect">
            <a:avLst/>
          </a:prstGeom>
        </p:spPr>
      </p:pic>
      <p:sp>
        <p:nvSpPr>
          <p:cNvPr id="25" name="&quot;허용 안 됨&quot; 기호 24">
            <a:extLst>
              <a:ext uri="{FF2B5EF4-FFF2-40B4-BE49-F238E27FC236}">
                <a16:creationId xmlns:a16="http://schemas.microsoft.com/office/drawing/2014/main" id="{0237C97B-731A-5658-0B39-92315D9A532B}"/>
              </a:ext>
            </a:extLst>
          </p:cNvPr>
          <p:cNvSpPr/>
          <p:nvPr/>
        </p:nvSpPr>
        <p:spPr>
          <a:xfrm>
            <a:off x="2208822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7" name="그림 26" descr="상징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D8FC24-FA0A-965A-4BE3-CE62450154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5341" y="1760102"/>
            <a:ext cx="768160" cy="768160"/>
          </a:xfrm>
          <a:prstGeom prst="rect">
            <a:avLst/>
          </a:prstGeom>
        </p:spPr>
      </p:pic>
      <p:pic>
        <p:nvPicPr>
          <p:cNvPr id="29" name="그림 28" descr="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8AFDB10-8E00-2624-87FF-8B90C4A9E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602" y="1739568"/>
            <a:ext cx="797821" cy="797821"/>
          </a:xfrm>
          <a:prstGeom prst="rect">
            <a:avLst/>
          </a:prstGeom>
        </p:spPr>
      </p:pic>
      <p:sp>
        <p:nvSpPr>
          <p:cNvPr id="30" name="&quot;허용 안 됨&quot; 기호 29">
            <a:extLst>
              <a:ext uri="{FF2B5EF4-FFF2-40B4-BE49-F238E27FC236}">
                <a16:creationId xmlns:a16="http://schemas.microsoft.com/office/drawing/2014/main" id="{FCE99C97-7E3B-8641-DD77-6EDEC8206DEF}"/>
              </a:ext>
            </a:extLst>
          </p:cNvPr>
          <p:cNvSpPr/>
          <p:nvPr/>
        </p:nvSpPr>
        <p:spPr>
          <a:xfrm>
            <a:off x="4641713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1" name="&quot;허용 안 됨&quot; 기호 30">
            <a:extLst>
              <a:ext uri="{FF2B5EF4-FFF2-40B4-BE49-F238E27FC236}">
                <a16:creationId xmlns:a16="http://schemas.microsoft.com/office/drawing/2014/main" id="{498F668F-580E-33F5-FEF4-BA5E92A4EFEF}"/>
              </a:ext>
            </a:extLst>
          </p:cNvPr>
          <p:cNvSpPr/>
          <p:nvPr/>
        </p:nvSpPr>
        <p:spPr>
          <a:xfrm>
            <a:off x="5637756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2" name="&quot;허용 안 됨&quot; 기호 31">
            <a:extLst>
              <a:ext uri="{FF2B5EF4-FFF2-40B4-BE49-F238E27FC236}">
                <a16:creationId xmlns:a16="http://schemas.microsoft.com/office/drawing/2014/main" id="{3AB1B32B-7757-FF8A-17F7-4224FBB8CFF6}"/>
              </a:ext>
            </a:extLst>
          </p:cNvPr>
          <p:cNvSpPr/>
          <p:nvPr/>
        </p:nvSpPr>
        <p:spPr>
          <a:xfrm>
            <a:off x="6630309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&quot;허용 안 됨&quot; 기호 32">
            <a:extLst>
              <a:ext uri="{FF2B5EF4-FFF2-40B4-BE49-F238E27FC236}">
                <a16:creationId xmlns:a16="http://schemas.microsoft.com/office/drawing/2014/main" id="{EA99B42E-A391-18D5-0D73-7B348BE2F225}"/>
              </a:ext>
            </a:extLst>
          </p:cNvPr>
          <p:cNvSpPr/>
          <p:nvPr/>
        </p:nvSpPr>
        <p:spPr>
          <a:xfrm>
            <a:off x="7561487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5" name="그림 34" descr="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A5863F-95F9-9059-2E8E-D51C0A5F27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219" y="1652347"/>
            <a:ext cx="929152" cy="929152"/>
          </a:xfrm>
          <a:prstGeom prst="rect">
            <a:avLst/>
          </a:prstGeom>
        </p:spPr>
      </p:pic>
      <p:pic>
        <p:nvPicPr>
          <p:cNvPr id="37" name="그림 36" descr="스크린샷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28C3A5-24B7-DD9C-17CA-6DD77A5FD5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849" y="1594757"/>
            <a:ext cx="1131159" cy="942632"/>
          </a:xfrm>
          <a:prstGeom prst="rect">
            <a:avLst/>
          </a:prstGeom>
        </p:spPr>
      </p:pic>
      <p:pic>
        <p:nvPicPr>
          <p:cNvPr id="39" name="그림 38" descr="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5FB16C-1F13-A556-F527-FC66E7C721E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6417" y="3857761"/>
            <a:ext cx="713829" cy="713829"/>
          </a:xfrm>
          <a:prstGeom prst="rect">
            <a:avLst/>
          </a:prstGeom>
        </p:spPr>
      </p:pic>
      <p:pic>
        <p:nvPicPr>
          <p:cNvPr id="41" name="그림 40" descr="스크린샷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87B3DC-D250-A0A7-A8DE-D9792AE0B7D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5704" y="3858235"/>
            <a:ext cx="723882" cy="723882"/>
          </a:xfrm>
          <a:prstGeom prst="rect">
            <a:avLst/>
          </a:prstGeom>
        </p:spPr>
      </p:pic>
      <p:pic>
        <p:nvPicPr>
          <p:cNvPr id="43" name="그림 42" descr="직사각형, 사각형, 디자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76A3BE4-1937-4034-3B98-90048AB0B06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107" y="3854341"/>
            <a:ext cx="717249" cy="717249"/>
          </a:xfrm>
          <a:prstGeom prst="rect">
            <a:avLst/>
          </a:prstGeom>
        </p:spPr>
      </p:pic>
      <p:pic>
        <p:nvPicPr>
          <p:cNvPr id="45" name="그림 44" descr="스크린샷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579AAB-AD7D-23E8-9872-5BABE7A5DDF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3393" y="3853206"/>
            <a:ext cx="727830" cy="727830"/>
          </a:xfrm>
          <a:prstGeom prst="rect">
            <a:avLst/>
          </a:prstGeom>
        </p:spPr>
      </p:pic>
      <p:pic>
        <p:nvPicPr>
          <p:cNvPr id="47" name="그림 46" descr="직사각형, 사각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1EE2D80-918B-FDF6-A4EC-0E9CB96A10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2678" y="3856261"/>
            <a:ext cx="727831" cy="727831"/>
          </a:xfrm>
          <a:prstGeom prst="rect">
            <a:avLst/>
          </a:prstGeom>
        </p:spPr>
      </p:pic>
      <p:pic>
        <p:nvPicPr>
          <p:cNvPr id="49" name="그림 48" descr="직사각형, 디자인, 예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C8E6DD-8BD1-A307-F5CC-02E6CB7BD52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465" y="3856261"/>
            <a:ext cx="715329" cy="715329"/>
          </a:xfrm>
          <a:prstGeom prst="rect">
            <a:avLst/>
          </a:prstGeom>
        </p:spPr>
      </p:pic>
      <p:pic>
        <p:nvPicPr>
          <p:cNvPr id="51" name="그림 50" descr="패턴, 그래픽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A54A17-85BD-577B-DB50-65B9B6A3A4F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70" y="3856262"/>
            <a:ext cx="715329" cy="715329"/>
          </a:xfrm>
          <a:prstGeom prst="rect">
            <a:avLst/>
          </a:prstGeom>
        </p:spPr>
      </p:pic>
      <p:pic>
        <p:nvPicPr>
          <p:cNvPr id="53" name="그림 52" descr="스크린샷, 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203D21-935A-D71E-4399-F4C6EB0E86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6551" y="3856261"/>
            <a:ext cx="710053" cy="710053"/>
          </a:xfrm>
          <a:prstGeom prst="rect">
            <a:avLst/>
          </a:prstGeom>
        </p:spPr>
      </p:pic>
      <p:pic>
        <p:nvPicPr>
          <p:cNvPr id="57" name="그림 56" descr="스크린샷, 디자인, 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93ABAF-DFA5-C94D-DFA5-09E59F2574B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2140" y="3860448"/>
            <a:ext cx="720588" cy="720588"/>
          </a:xfrm>
          <a:prstGeom prst="rect">
            <a:avLst/>
          </a:prstGeom>
        </p:spPr>
      </p:pic>
      <p:pic>
        <p:nvPicPr>
          <p:cNvPr id="59" name="그림 58" descr="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0C2995-FBD8-892A-2D03-10442E3F339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1371" y="3853841"/>
            <a:ext cx="720588" cy="720588"/>
          </a:xfrm>
          <a:prstGeom prst="rect">
            <a:avLst/>
          </a:prstGeom>
        </p:spPr>
      </p:pic>
      <p:pic>
        <p:nvPicPr>
          <p:cNvPr id="61" name="그림 60" descr="디자인, 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A60E56-0ABC-5D6B-6052-A8D5080BDDA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5782" y="3864375"/>
            <a:ext cx="710053" cy="710053"/>
          </a:xfrm>
          <a:prstGeom prst="rect">
            <a:avLst/>
          </a:prstGeom>
        </p:spPr>
      </p:pic>
      <p:pic>
        <p:nvPicPr>
          <p:cNvPr id="63" name="그림 62" descr="상징, 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0E169F-425A-3AB6-ABFF-3BF5191D113B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5250" y="3864375"/>
            <a:ext cx="701939" cy="701939"/>
          </a:xfrm>
          <a:prstGeom prst="rect">
            <a:avLst/>
          </a:prstGeom>
        </p:spPr>
      </p:pic>
      <p:pic>
        <p:nvPicPr>
          <p:cNvPr id="65" name="그림 64" descr="픽셀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0B40E2-8C40-67F8-6F96-3063BA255030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033" y="3842432"/>
            <a:ext cx="723882" cy="723882"/>
          </a:xfrm>
          <a:prstGeom prst="rect">
            <a:avLst/>
          </a:prstGeom>
        </p:spPr>
      </p:pic>
      <p:sp>
        <p:nvSpPr>
          <p:cNvPr id="67" name="&quot;허용 안 됨&quot; 기호 66">
            <a:extLst>
              <a:ext uri="{FF2B5EF4-FFF2-40B4-BE49-F238E27FC236}">
                <a16:creationId xmlns:a16="http://schemas.microsoft.com/office/drawing/2014/main" id="{93E2F082-A372-C62A-C2E2-E13C8D908C2A}"/>
              </a:ext>
            </a:extLst>
          </p:cNvPr>
          <p:cNvSpPr/>
          <p:nvPr/>
        </p:nvSpPr>
        <p:spPr>
          <a:xfrm>
            <a:off x="10763582" y="1815573"/>
            <a:ext cx="731900" cy="655193"/>
          </a:xfrm>
          <a:prstGeom prst="noSmoking">
            <a:avLst>
              <a:gd name="adj" fmla="val 7863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5984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3A040-B2A1-E2AF-B681-7701D5AE3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추후 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41A029-9DC5-82C0-FE68-969A994C2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29195"/>
            <a:ext cx="10515600" cy="3991616"/>
          </a:xfrm>
        </p:spPr>
        <p:txBody>
          <a:bodyPr>
            <a:normAutofit/>
          </a:bodyPr>
          <a:lstStyle/>
          <a:p>
            <a:r>
              <a:rPr lang="ko-KR" altLang="en-US" dirty="0"/>
              <a:t>레벨 디자인 완료</a:t>
            </a:r>
            <a:endParaRPr lang="en-US" altLang="ko-KR" dirty="0"/>
          </a:p>
          <a:p>
            <a:r>
              <a:rPr lang="en-US" altLang="ko-KR" dirty="0"/>
              <a:t>NPC, </a:t>
            </a:r>
            <a:r>
              <a:rPr lang="ko-KR" altLang="en-US" dirty="0"/>
              <a:t>기타 </a:t>
            </a:r>
            <a:r>
              <a:rPr lang="en-US" altLang="ko-KR" dirty="0"/>
              <a:t>UI </a:t>
            </a:r>
            <a:r>
              <a:rPr lang="ko-KR" altLang="en-US" dirty="0"/>
              <a:t>요소나 오브젝트 등의 </a:t>
            </a:r>
            <a:r>
              <a:rPr lang="ko-KR" altLang="en-US" dirty="0" err="1"/>
              <a:t>스프라이트</a:t>
            </a:r>
            <a:r>
              <a:rPr lang="ko-KR" altLang="en-US" dirty="0"/>
              <a:t> 제작 완료</a:t>
            </a:r>
            <a:endParaRPr lang="en-US" altLang="ko-KR" dirty="0"/>
          </a:p>
          <a:p>
            <a:r>
              <a:rPr lang="ko-KR" altLang="en-US" dirty="0"/>
              <a:t>아이템 사용 구현</a:t>
            </a:r>
            <a:endParaRPr lang="en-US" altLang="ko-KR" dirty="0"/>
          </a:p>
          <a:p>
            <a:r>
              <a:rPr lang="ko-KR" altLang="en-US" dirty="0" err="1"/>
              <a:t>테크</a:t>
            </a:r>
            <a:r>
              <a:rPr lang="ko-KR" altLang="en-US" dirty="0"/>
              <a:t> 데모 배포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CF8C7F-202A-46D4-1C03-9A2E6985A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94CC86-33DA-4CBD-A678-F7DD024C14A4}" type="slidenum">
              <a:rPr lang="ko-KR" altLang="en-US" smtClean="0"/>
              <a:pPr/>
              <a:t>16</a:t>
            </a:fld>
            <a:r>
              <a:rPr lang="en-US" altLang="ko-KR" dirty="0"/>
              <a:t>/16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12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1432</TotalTime>
  <Words>238</Words>
  <Application>Microsoft Office PowerPoint</Application>
  <PresentationFormat>와이드스크린</PresentationFormat>
  <Paragraphs>107</Paragraphs>
  <Slides>16</Slides>
  <Notes>1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HY견고딕</vt:lpstr>
      <vt:lpstr>맑은 고딕</vt:lpstr>
      <vt:lpstr>Arial</vt:lpstr>
      <vt:lpstr>Office 테마</vt:lpstr>
      <vt:lpstr>WQFS</vt:lpstr>
      <vt:lpstr>출시</vt:lpstr>
      <vt:lpstr>사용 미사용 차이</vt:lpstr>
      <vt:lpstr>사용 미사용 차이</vt:lpstr>
      <vt:lpstr>사용 미사용 차이</vt:lpstr>
      <vt:lpstr>사용 미사용 차이</vt:lpstr>
      <vt:lpstr>사용 미사용 차이</vt:lpstr>
      <vt:lpstr>사용 미사용 차이</vt:lpstr>
      <vt:lpstr>사용 미사용 차이</vt:lpstr>
      <vt:lpstr>사용 미사용 차이</vt:lpstr>
      <vt:lpstr>사용 미사용 차이</vt:lpstr>
      <vt:lpstr>진행사항</vt:lpstr>
      <vt:lpstr>진행사항</vt:lpstr>
      <vt:lpstr>진행사항</vt:lpstr>
      <vt:lpstr>진행사항</vt:lpstr>
      <vt:lpstr>추후 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 Oobayashi</dc:creator>
  <cp:lastModifiedBy>Ren Oobayashi</cp:lastModifiedBy>
  <cp:revision>267</cp:revision>
  <dcterms:created xsi:type="dcterms:W3CDTF">2025-08-27T12:40:34Z</dcterms:created>
  <dcterms:modified xsi:type="dcterms:W3CDTF">2025-12-02T14:25:38Z</dcterms:modified>
</cp:coreProperties>
</file>
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9" r:id="rId3"/>
    <p:sldId id="265" r:id="rId4"/>
    <p:sldId id="270" r:id="rId5"/>
    <p:sldId id="267" r:id="rId6"/>
    <p:sldId id="263" r:id="rId7"/>
  </p:sldIdLst>
  <p:sldSz cx="12192000" cy="6858000"/>
  <p:notesSz cx="7105650" cy="102362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  <a:srgbClr val="A9D08E"/>
    <a:srgbClr val="8ED973"/>
    <a:srgbClr val="00B0F0"/>
    <a:srgbClr val="92D050"/>
    <a:srgbClr val="FF2D2D"/>
    <a:srgbClr val="FF1919"/>
    <a:srgbClr val="FF0101"/>
    <a:srgbClr val="FF3F3F"/>
    <a:srgbClr val="FF5B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F6B2B-955B-4EA7-8C2C-A0B50ACC62EA}" v="16" dt="2025-10-08T05:25:26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250" y="41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4891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r">
              <a:defRPr sz="1300"/>
            </a:lvl1pPr>
          </a:lstStyle>
          <a:p>
            <a:fld id="{56AE193D-720A-4563-AA71-141E9FDCE958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94" tIns="49547" rIns="99094" bIns="4954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565" y="4926171"/>
            <a:ext cx="5684520" cy="4030504"/>
          </a:xfrm>
          <a:prstGeom prst="rect">
            <a:avLst/>
          </a:prstGeom>
        </p:spPr>
        <p:txBody>
          <a:bodyPr vert="horz" lIns="99094" tIns="49547" rIns="99094" bIns="49547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4891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r">
              <a:defRPr sz="1300"/>
            </a:lvl1pPr>
          </a:lstStyle>
          <a:p>
            <a:fld id="{7575AEB5-661D-47AA-8B68-B3592D7F97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82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75AEB5-661D-47AA-8B68-B3592D7F979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61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8168-0A97-9FF2-F7D4-1ECC57FC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9E55A-9A99-930D-18D8-A1DD93C19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BFBDA-D477-77D7-7CA9-E2D7E50D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47B9B-3D1A-CF88-E644-ED22937D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BEB740-DE5B-B76C-330A-06CEEBD6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9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53AF8-7DB0-5A26-0B7C-240CD4BE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406"/>
            <a:ext cx="10515600" cy="725034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CC6B5E22-D83E-5CDD-DE41-9AA20F3F8F1E}"/>
              </a:ext>
            </a:extLst>
          </p:cNvPr>
          <p:cNvSpPr/>
          <p:nvPr userDrawn="1"/>
        </p:nvSpPr>
        <p:spPr>
          <a:xfrm>
            <a:off x="376052" y="6176963"/>
            <a:ext cx="11439896" cy="681037"/>
          </a:xfrm>
          <a:prstGeom prst="round2Same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A90E-0246-56CB-05EE-26C4E590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14776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2pPr>
              <a:defRPr sz="20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DB812-E764-100A-5EB4-C2D6A3B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6350"/>
            <a:ext cx="965859" cy="3651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pPr/>
              <a:t>‹#›</a:t>
            </a:fld>
            <a:r>
              <a:rPr lang="en-US" altLang="ko-KR" dirty="0"/>
              <a:t>/##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59E5DB4-7844-B844-3A26-29C0CB85EF31}"/>
              </a:ext>
            </a:extLst>
          </p:cNvPr>
          <p:cNvCxnSpPr>
            <a:cxnSpLocks/>
          </p:cNvCxnSpPr>
          <p:nvPr userDrawn="1"/>
        </p:nvCxnSpPr>
        <p:spPr>
          <a:xfrm>
            <a:off x="142504" y="894608"/>
            <a:ext cx="1193470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oli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1B6C6-7021-D05C-4034-28922A981FDF}"/>
              </a:ext>
            </a:extLst>
          </p:cNvPr>
          <p:cNvSpPr txBox="1"/>
          <p:nvPr userDrawn="1"/>
        </p:nvSpPr>
        <p:spPr>
          <a:xfrm>
            <a:off x="5625629" y="6356350"/>
            <a:ext cx="1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6610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F7B73-BF6E-D1BB-C735-6FE9E3E1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DE0898-4141-75EA-D3AE-78DC569E5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8BC860-778E-F9A6-0772-56B49667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14BB5A-1537-DD20-294E-F258647D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C9AC6A-BA24-4E09-A3C8-B7787951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49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3C18B-B30C-5228-AD14-31181350A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4FA97E-0081-ED45-3AB4-86729EAA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45C145-C818-5F59-0B8C-B2BE96C05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66968A-871B-A549-5284-24CDCC1B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58042A-2CE4-BEB7-D84A-EE82B6B4D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B81584-9760-CFB7-9271-C376C6E3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D3F6B-5FEB-0FAF-EBE6-ABF6E1203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576ABC-38AE-23FC-E716-2E4482386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456973-7B38-0243-336C-50568BF69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5766AE-852A-0135-5702-B5F916A0F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2B787-24E8-CA98-357E-45340B022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5681D6-E4B5-DC14-CB43-C30D9FE5C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F3349F-FD3E-97C8-C1A6-5FD1F578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00857B7-C0B7-6E67-0E4C-527FFB52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4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E94DF-B5D3-E4A8-7948-09CBDECD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E737BA-04F9-1B72-3ADC-E7D9F4C14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41AD69-0452-AC90-BF74-0EE0EA09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721304-4C54-F4A3-1EDE-52AF0E04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4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8E2051-1EE8-FABC-1795-B323C8399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61979E1-20ED-3457-6159-B5BAE3D2D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BE655-A4B8-E3ED-A4B6-14AC20867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03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5E70BE-3952-B6F0-08E3-C268632B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8CEF35-CA5B-2519-75DC-2930CE31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A1C5B7-053E-049C-E87E-864C4F2BF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D52A5E-3438-041A-C7A3-92AEE83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84C644-7C62-38F2-2068-2FCD286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27A2C1-C6BF-0AB7-29C4-70AA28DC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445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E8914-5EB0-B962-C33D-87F9083F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05CB22-5208-A7FB-31E0-4B2A76304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3F4396-A1AF-C1B3-2E65-343CD828A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6577CC-D973-B0B3-4A05-7004F4DC9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E760FC-CE82-E39E-BFD6-EEE9707A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EFF2A8-A55C-3BBB-309C-F007830D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767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D9B2C-54EC-092A-70C9-32620500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5D8C25-9486-2F20-CD5C-B69646517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864A4-9765-9F2F-D454-3DD9AFB3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C8299-AA22-B710-764A-D8D4626E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B4946-787E-ABC4-AEA8-E2E005A8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3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EE9A9B-9B2A-C5DE-8D52-3C0B6439B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1A96A-1DBB-D94E-12DD-3DF01C266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B7DD3D-C192-510B-1588-D54CC67A9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CDB6CA-041D-2010-72A5-5217A9D5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AB71-AEC8-364C-65CB-0551C6FE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7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19D53D-0972-8C8F-311F-4A7A8C0BE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7F91D6-8F96-A87E-E35A-8201CC20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7BFD77-0EA9-B63F-B1AE-319C596CF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0978-E6DF-55B0-9D8E-62FAE80D1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9BEA4-BDE5-0F5D-7B02-14C1683AE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8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6628AFA-07F6-6A1C-1CA2-29D76184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827" y="0"/>
            <a:ext cx="13119652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2A81DE-97FA-25A3-2074-0D5E1CC51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1837"/>
            <a:ext cx="9144000" cy="933479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27B34A-FF70-5C7D-A3C8-15B8F4AC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7392"/>
            <a:ext cx="9144000" cy="427840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(W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orld event &amp;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Q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uest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F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usion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S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ystem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CC9D879-4FB4-47A7-8A4E-AC82EE2020A2}"/>
              </a:ext>
            </a:extLst>
          </p:cNvPr>
          <p:cNvSpPr txBox="1">
            <a:spLocks/>
          </p:cNvSpPr>
          <p:nvPr/>
        </p:nvSpPr>
        <p:spPr>
          <a:xfrm>
            <a:off x="5052970" y="4794308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202444086 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이인희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FE9E06B-E659-DD8B-890B-9DA9275F5E2D}"/>
              </a:ext>
            </a:extLst>
          </p:cNvPr>
          <p:cNvSpPr txBox="1">
            <a:spLocks/>
          </p:cNvSpPr>
          <p:nvPr/>
        </p:nvSpPr>
        <p:spPr>
          <a:xfrm>
            <a:off x="1524000" y="3575806"/>
            <a:ext cx="9144000" cy="1042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월드 이벤트 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&amp; 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퀘스트 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융합 시스템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(8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주차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A1112FEA-B54C-E0DD-1E8E-20EDE647DF8C}"/>
              </a:ext>
            </a:extLst>
          </p:cNvPr>
          <p:cNvSpPr txBox="1">
            <a:spLocks/>
          </p:cNvSpPr>
          <p:nvPr/>
        </p:nvSpPr>
        <p:spPr>
          <a:xfrm>
            <a:off x="9478920" y="8210549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Background by</a:t>
            </a:r>
            <a:endParaRPr lang="ko-KR" altLang="en-US" sz="12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89C96B5-E020-97BE-824A-E3AD0345BC4C}"/>
              </a:ext>
            </a:extLst>
          </p:cNvPr>
          <p:cNvSpPr txBox="1">
            <a:spLocks/>
          </p:cNvSpPr>
          <p:nvPr/>
        </p:nvSpPr>
        <p:spPr>
          <a:xfrm>
            <a:off x="9764670" y="6276527"/>
            <a:ext cx="2236830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Background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by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Gemini</a:t>
            </a:r>
            <a:endParaRPr lang="ko-KR" altLang="en-US" sz="1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47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14D7E-553C-C0DF-F6A2-E01B4B20E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DF499C5-1587-5788-A0DC-3371E7CAAAAD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08A58DB-F0DE-C5B1-CB0C-31D9A99D2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0CB1A-B85F-7ED5-8585-C0D921490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2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D4EDA68-3964-D89E-8528-4F1A9F9D377D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394544-8D6B-E8B0-57AB-03D864D53601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0DAEA3-5323-6605-E212-0E6E55D9C63A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17279C-B351-5FB2-A632-4266812EE967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05D53968-ED29-002D-5645-B1969B15F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6"/>
            <a:ext cx="9203871" cy="1428778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목록</a:t>
            </a:r>
            <a:endParaRPr lang="en-US" altLang="ko-KR" dirty="0"/>
          </a:p>
          <a:p>
            <a:pPr lvl="1"/>
            <a:r>
              <a:rPr lang="en-US" altLang="ko-KR" dirty="0"/>
              <a:t>UI</a:t>
            </a:r>
            <a:r>
              <a:rPr lang="ko-KR" altLang="en-US" dirty="0"/>
              <a:t>로 퀘스트를 표시할 수 있게 퀘스트 리스트를 문자열 형태로 반환</a:t>
            </a:r>
          </a:p>
        </p:txBody>
      </p:sp>
    </p:spTree>
    <p:extLst>
      <p:ext uri="{BB962C8B-B14F-4D97-AF65-F5344CB8AC3E}">
        <p14:creationId xmlns:p14="http://schemas.microsoft.com/office/powerpoint/2010/main" val="1881528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A932C-7AC0-A026-41E2-A7E50647A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645A4DD-3C05-732D-DAE9-4C189A20F998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32DF39E-5FDE-E5CA-D1A1-CA514350A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81ED3-057E-790E-9D48-05F34AA23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3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1C772F6-1917-AE1F-3930-78EE6138062C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2D3D5-B958-37D8-0CB2-C60915C0BE46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6D761-CA20-C2D6-4261-46C3D732707A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841C1D-C20B-CA09-E339-9711F6EBF256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F61080BD-16A5-80AB-1A4F-501CB498A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870371" cy="923783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타입 </a:t>
            </a:r>
            <a:r>
              <a:rPr lang="en-US" altLang="ko-KR" dirty="0"/>
              <a:t>1</a:t>
            </a:r>
          </a:p>
          <a:p>
            <a:pPr lvl="1"/>
            <a:r>
              <a:rPr lang="ko-KR" altLang="en-US" dirty="0"/>
              <a:t>퀘스트 타입에 따라 발생시키는 이벤트와  완료 조건이 다름</a:t>
            </a:r>
            <a:endParaRPr lang="en-US" altLang="ko-KR" dirty="0"/>
          </a:p>
        </p:txBody>
      </p:sp>
      <p:pic>
        <p:nvPicPr>
          <p:cNvPr id="5" name="그림 4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695884-D038-6CF3-44E1-2AA91B49A7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669296"/>
            <a:ext cx="12192000" cy="2611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884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85B0D-B02E-2F68-7A5F-B2BBCC622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094F1060-FAEB-3BE8-4FB4-6C1A4327ECB9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D732EDA-0CEC-21B5-BDB2-10B4B7476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81FFCC-8507-F817-F8F1-D1061E5F1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4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F24206B-3EC6-59C4-040B-BC4202C7A49B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7BD445-0B63-174C-56B0-23F4C1E53EBA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6581E4-5979-55A8-E911-47C1D3D82BB1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F5FE63-1FA9-AD5A-FFE5-3FDC5470E810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1C6B8773-F14C-FF35-13D3-082504E65D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870371" cy="923783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타입 </a:t>
            </a:r>
            <a:r>
              <a:rPr lang="en-US" altLang="ko-KR"/>
              <a:t>2</a:t>
            </a:r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71116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B8BCC-04C4-4156-922D-817F4793B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1B81CF5-CB22-CE8C-F148-70B4F7E5AA5D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6F7DB81-B4CD-0020-3B58-5C80A1CDE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CD1BB7-0A27-DD3E-AF28-045A7B879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5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8315A0A-FD38-71EC-117A-13AE7289C6AB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8EAFA3-77E5-4D2D-D2F2-3AD4EA9D7984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EA42F-D1DB-1FB7-EA7F-34E32F903808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B3741A-581C-05AC-29AB-CA49FB64BAF0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5687E576-D451-3A2D-5DCC-0411F073E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6"/>
            <a:ext cx="7689210" cy="925294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쓰나미 이벤트</a:t>
            </a:r>
            <a:endParaRPr lang="en-US" altLang="ko-KR" dirty="0"/>
          </a:p>
          <a:p>
            <a:pPr lvl="1"/>
            <a:r>
              <a:rPr lang="ko-KR" altLang="en-US" dirty="0"/>
              <a:t>평소에는 정지해 있다가 이벤트 발생시 이동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66951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3A040-B2A1-E2AF-B681-7701D5AE3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추후 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41A029-9DC5-82C0-FE68-969A994C2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3991616"/>
          </a:xfrm>
        </p:spPr>
        <p:txBody>
          <a:bodyPr>
            <a:normAutofit/>
          </a:bodyPr>
          <a:lstStyle/>
          <a:p>
            <a:r>
              <a:rPr lang="ko-KR" altLang="en-US" dirty="0"/>
              <a:t>현재 구현된 기본 정적</a:t>
            </a:r>
            <a:r>
              <a:rPr lang="en-US" altLang="ko-KR" dirty="0"/>
              <a:t>, </a:t>
            </a:r>
            <a:r>
              <a:rPr lang="ko-KR" altLang="en-US" dirty="0"/>
              <a:t>동적 이벤트를 기반으로 </a:t>
            </a:r>
            <a:br>
              <a:rPr lang="en-US" altLang="ko-KR" dirty="0"/>
            </a:br>
            <a:r>
              <a:rPr lang="ko-KR" altLang="en-US" dirty="0"/>
              <a:t>태풍</a:t>
            </a:r>
            <a:r>
              <a:rPr lang="en-US" altLang="ko-KR" dirty="0"/>
              <a:t> </a:t>
            </a:r>
            <a:r>
              <a:rPr lang="ko-KR" altLang="en-US" dirty="0"/>
              <a:t>등 다양한 이벤트를 구현할 수 있게 기능 추가 및 테스트</a:t>
            </a:r>
            <a:endParaRPr lang="en-US" altLang="ko-KR" dirty="0"/>
          </a:p>
          <a:p>
            <a:r>
              <a:rPr lang="en-US" altLang="ko-KR" dirty="0"/>
              <a:t>NPC, </a:t>
            </a:r>
            <a:r>
              <a:rPr lang="ko-KR" altLang="en-US" dirty="0"/>
              <a:t>아이템</a:t>
            </a:r>
            <a:r>
              <a:rPr lang="en-US" altLang="ko-KR" dirty="0"/>
              <a:t>,</a:t>
            </a:r>
            <a:r>
              <a:rPr lang="ko-KR" altLang="en-US" dirty="0"/>
              <a:t> 기타 </a:t>
            </a:r>
            <a:r>
              <a:rPr lang="en-US" altLang="ko-KR" dirty="0"/>
              <a:t>UI </a:t>
            </a:r>
            <a:r>
              <a:rPr lang="ko-KR" altLang="en-US" dirty="0"/>
              <a:t>요소 등의 </a:t>
            </a:r>
            <a:r>
              <a:rPr lang="ko-KR" altLang="en-US" dirty="0" err="1"/>
              <a:t>스프라이트</a:t>
            </a:r>
            <a:r>
              <a:rPr lang="ko-KR" altLang="en-US" dirty="0"/>
              <a:t> 제작</a:t>
            </a:r>
            <a:endParaRPr lang="en-US" altLang="ko-KR" dirty="0"/>
          </a:p>
          <a:p>
            <a:r>
              <a:rPr lang="ko-KR" altLang="en-US" dirty="0"/>
              <a:t>배경음악</a:t>
            </a:r>
            <a:r>
              <a:rPr lang="en-US" altLang="ko-KR" dirty="0"/>
              <a:t>, </a:t>
            </a:r>
            <a:r>
              <a:rPr lang="ko-KR" altLang="en-US" dirty="0"/>
              <a:t>사운드 이펙트 찾기</a:t>
            </a:r>
            <a:endParaRPr lang="en-US" altLang="ko-KR" dirty="0"/>
          </a:p>
          <a:p>
            <a:r>
              <a:rPr lang="ko-KR" altLang="en-US" dirty="0"/>
              <a:t>이벤트 발생 및 지속 시간 동적화 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5</a:t>
            </a:r>
            <a:r>
              <a:rPr lang="ko-KR" altLang="en-US" dirty="0"/>
              <a:t>초 </a:t>
            </a:r>
            <a:r>
              <a:rPr lang="en-US" altLang="ko-KR" dirty="0"/>
              <a:t>-&gt; 3~5</a:t>
            </a:r>
            <a:r>
              <a:rPr lang="ko-KR" altLang="en-US" dirty="0"/>
              <a:t>초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CF8C7F-202A-46D4-1C03-9A2E6985A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6</a:t>
            </a:fld>
            <a:r>
              <a:rPr lang="en-US" altLang="ko-KR" dirty="0"/>
              <a:t>/7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12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882</TotalTime>
  <Words>160</Words>
  <Application>Microsoft Office PowerPoint</Application>
  <PresentationFormat>와이드스크린</PresentationFormat>
  <Paragraphs>42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HY견고딕</vt:lpstr>
      <vt:lpstr>맑은 고딕</vt:lpstr>
      <vt:lpstr>Arial</vt:lpstr>
      <vt:lpstr>Office 테마</vt:lpstr>
      <vt:lpstr>WQFS</vt:lpstr>
      <vt:lpstr>진행 상황</vt:lpstr>
      <vt:lpstr>진행 상황</vt:lpstr>
      <vt:lpstr>진행 상황</vt:lpstr>
      <vt:lpstr>진행 상황</vt:lpstr>
      <vt:lpstr>추후 일정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Oobayashi</dc:creator>
  <cp:lastModifiedBy>Ren Oobayashi</cp:lastModifiedBy>
  <cp:revision>183</cp:revision>
  <dcterms:created xsi:type="dcterms:W3CDTF">2025-08-27T12:40:34Z</dcterms:created>
  <dcterms:modified xsi:type="dcterms:W3CDTF">2025-11-18T03:28:24Z</dcterms:modified>
</cp:coreProperties>
</file>
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89" dt="2025-09-28T08:50:55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1" y="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E193D-720A-4563-AA71-141E9FDCE958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(4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3D9C6-82B3-533D-F000-CE5EF1C96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소프트웨어 개발 프로세스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D8B6F-0333-4BC4-1335-656483762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3" name="내용 개체 틀 12">
            <a:extLst>
              <a:ext uri="{FF2B5EF4-FFF2-40B4-BE49-F238E27FC236}">
                <a16:creationId xmlns:a16="http://schemas.microsoft.com/office/drawing/2014/main" id="{58B54CE3-B18E-2939-8A96-733961CAF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8740" y="3675992"/>
            <a:ext cx="2116015" cy="1221636"/>
          </a:xfrm>
        </p:spPr>
        <p:txBody>
          <a:bodyPr>
            <a:norm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빨간색</a:t>
            </a:r>
            <a:r>
              <a:rPr lang="en-US" altLang="ko-KR" sz="1400" dirty="0"/>
              <a:t> = </a:t>
            </a:r>
            <a:r>
              <a:rPr lang="ko-KR" altLang="en-US" sz="1400" dirty="0">
                <a:solidFill>
                  <a:srgbClr val="FF0000"/>
                </a:solidFill>
              </a:rPr>
              <a:t>완료</a:t>
            </a:r>
            <a:endParaRPr lang="en-US" altLang="ko-KR" sz="1400" dirty="0">
              <a:solidFill>
                <a:srgbClr val="FF0000"/>
              </a:solidFill>
            </a:endParaRPr>
          </a:p>
          <a:p>
            <a:r>
              <a:rPr lang="ko-KR" altLang="en-US" sz="1400" dirty="0">
                <a:solidFill>
                  <a:srgbClr val="92D050"/>
                </a:solidFill>
              </a:rPr>
              <a:t>초록색</a:t>
            </a:r>
            <a:r>
              <a:rPr lang="ko-KR" altLang="en-US" sz="1400" dirty="0"/>
              <a:t> </a:t>
            </a:r>
            <a:r>
              <a:rPr lang="en-US" altLang="ko-KR" sz="1400" dirty="0"/>
              <a:t>= </a:t>
            </a:r>
            <a:r>
              <a:rPr lang="ko-KR" altLang="en-US" sz="1400" dirty="0">
                <a:solidFill>
                  <a:srgbClr val="92D050"/>
                </a:solidFill>
              </a:rPr>
              <a:t>진행중</a:t>
            </a:r>
            <a:endParaRPr lang="en-US" altLang="ko-KR" sz="1400" dirty="0">
              <a:solidFill>
                <a:srgbClr val="92D050"/>
              </a:solidFill>
            </a:endParaRPr>
          </a:p>
          <a:p>
            <a:r>
              <a:rPr lang="ko-KR" altLang="en-US" sz="1400" dirty="0">
                <a:solidFill>
                  <a:srgbClr val="00B0F0"/>
                </a:solidFill>
              </a:rPr>
              <a:t>파란색</a:t>
            </a:r>
            <a:r>
              <a:rPr lang="ko-KR" altLang="en-US" sz="1400" dirty="0"/>
              <a:t> </a:t>
            </a:r>
            <a:r>
              <a:rPr lang="en-US" altLang="ko-KR" sz="1400" dirty="0"/>
              <a:t>= </a:t>
            </a:r>
            <a:r>
              <a:rPr lang="ko-KR" altLang="en-US" sz="1400" dirty="0">
                <a:solidFill>
                  <a:srgbClr val="00B0F0"/>
                </a:solidFill>
              </a:rPr>
              <a:t>예정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03BC7A-C0BC-402B-24AB-02FE5CA19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70" r="-3146"/>
          <a:stretch>
            <a:fillRect/>
          </a:stretch>
        </p:blipFill>
        <p:spPr>
          <a:xfrm>
            <a:off x="1507253" y="3774772"/>
            <a:ext cx="8129116" cy="223899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4190070-6959-4430-AE35-B855731EE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778"/>
          <a:stretch>
            <a:fillRect/>
          </a:stretch>
        </p:blipFill>
        <p:spPr>
          <a:xfrm>
            <a:off x="3536182" y="1029036"/>
            <a:ext cx="5119635" cy="264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767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7045748-EDE9-0490-680F-ECECA921B701}"/>
              </a:ext>
            </a:extLst>
          </p:cNvPr>
          <p:cNvSpPr/>
          <p:nvPr/>
        </p:nvSpPr>
        <p:spPr>
          <a:xfrm>
            <a:off x="609600" y="5840559"/>
            <a:ext cx="5300133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48%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1196515"/>
          </a:xfrm>
        </p:spPr>
        <p:txBody>
          <a:bodyPr>
            <a:normAutofit/>
          </a:bodyPr>
          <a:lstStyle/>
          <a:p>
            <a:r>
              <a:rPr lang="ko-KR" altLang="en-US" dirty="0"/>
              <a:t>예시 시나리오 </a:t>
            </a:r>
            <a:r>
              <a:rPr lang="en-US" altLang="ko-KR" dirty="0"/>
              <a:t>GUI </a:t>
            </a:r>
            <a:r>
              <a:rPr lang="ko-KR" altLang="en-US" dirty="0"/>
              <a:t>충돌 체크</a:t>
            </a:r>
            <a:endParaRPr lang="en-US" altLang="ko-KR" dirty="0"/>
          </a:p>
          <a:p>
            <a:pPr lvl="1"/>
            <a:r>
              <a:rPr lang="ko-KR" altLang="en-US" dirty="0"/>
              <a:t>충돌 시</a:t>
            </a:r>
            <a:r>
              <a:rPr lang="en-US" altLang="ko-KR" dirty="0"/>
              <a:t>, </a:t>
            </a:r>
            <a:r>
              <a:rPr lang="ko-KR" altLang="en-US" dirty="0"/>
              <a:t>퀘스트 생성하고 </a:t>
            </a:r>
            <a:r>
              <a:rPr lang="en-US" altLang="ko-KR" dirty="0"/>
              <a:t>5</a:t>
            </a:r>
            <a:r>
              <a:rPr lang="ko-KR" altLang="en-US" dirty="0"/>
              <a:t>초 뒤 리셋</a:t>
            </a:r>
            <a:endParaRPr lang="en-US" altLang="ko-KR" dirty="0"/>
          </a:p>
          <a:p>
            <a:pPr lvl="1"/>
            <a:r>
              <a:rPr lang="ko-KR" altLang="en-US" dirty="0"/>
              <a:t>몬스터와 월드 이벤트 충돌 시 몬스터는 일시 정지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1B9D4CF-3406-580C-86D2-7F17B221A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08" y="2088359"/>
            <a:ext cx="4798053" cy="3429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6ACE392-8C4C-1EE0-C8D3-02333B8FA4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799" y="4074417"/>
            <a:ext cx="7349730" cy="1575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C8C45-768E-6ECB-EF7C-5FECB3CFCD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1540" y="1113093"/>
            <a:ext cx="4715989" cy="26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D510-1C87-1D33-973F-4B85E448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8064E90-81C6-4AF0-2E05-84C5A9475027}"/>
              </a:ext>
            </a:extLst>
          </p:cNvPr>
          <p:cNvSpPr/>
          <p:nvPr/>
        </p:nvSpPr>
        <p:spPr>
          <a:xfrm>
            <a:off x="609600" y="5840559"/>
            <a:ext cx="5300133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1F24A35-35A9-0137-D5CF-7E93509E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496A82-3C13-8AE3-F035-69D30DB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/4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A7F2385-1394-D50E-C85E-CCCA8836BBC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078DE-C8E0-182C-1019-682DA05E9E6E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0F231F-79B4-52D8-FF37-2A4AA6C26EA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D4A002-8020-E3EA-49E7-3906704F9797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48%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AD75B96-1108-97C8-CB18-28632DB19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4005105" cy="1377385"/>
          </a:xfrm>
        </p:spPr>
        <p:txBody>
          <a:bodyPr/>
          <a:lstStyle/>
          <a:p>
            <a:r>
              <a:rPr lang="ko-KR" altLang="en-US" dirty="0"/>
              <a:t>퀘스트 생성 </a:t>
            </a:r>
            <a:r>
              <a:rPr lang="en-US" altLang="ko-KR" dirty="0"/>
              <a:t>(</a:t>
            </a:r>
            <a:r>
              <a:rPr lang="ko-KR" altLang="en-US" dirty="0"/>
              <a:t>보상 설정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1" dirty="0"/>
              <a:t>아직은 랜덤으로 보상 설정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09E68E4-9027-3A77-8CD6-452122414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3314" y="1202642"/>
            <a:ext cx="5145816" cy="282588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A5A93C6-BF18-9644-0F9B-5D6A64116A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0" t="-5311" r="-412" b="-3023"/>
          <a:stretch>
            <a:fillRect/>
          </a:stretch>
        </p:blipFill>
        <p:spPr>
          <a:xfrm>
            <a:off x="256231" y="1818457"/>
            <a:ext cx="6602619" cy="1962422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53AD850-5CAB-0DAB-1396-C9B9843D8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927" y="4250350"/>
            <a:ext cx="5649203" cy="1403172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6E2BB40-E148-EE48-8EB0-5216CFACC8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/>
          <a:stretch>
            <a:fillRect/>
          </a:stretch>
        </p:blipFill>
        <p:spPr>
          <a:xfrm>
            <a:off x="256231" y="3663630"/>
            <a:ext cx="4808138" cy="2176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0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93</Words>
  <Application>Microsoft Office PowerPoint</Application>
  <PresentationFormat>와이드스크린</PresentationFormat>
  <Paragraphs>29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HY견고딕</vt:lpstr>
      <vt:lpstr>맑은 고딕</vt:lpstr>
      <vt:lpstr>Arial</vt:lpstr>
      <vt:lpstr>Office 테마</vt:lpstr>
      <vt:lpstr>WQFS</vt:lpstr>
      <vt:lpstr>소프트웨어 개발 프로세스</vt:lpstr>
      <vt:lpstr>진행 상황</vt:lpstr>
      <vt:lpstr>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27</cp:revision>
  <dcterms:created xsi:type="dcterms:W3CDTF">2025-08-27T12:40:34Z</dcterms:created>
  <dcterms:modified xsi:type="dcterms:W3CDTF">2025-09-28T08:54:02Z</dcterms:modified>
</cp:coreProperties>
</file>
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1" r:id="rId3"/>
    <p:sldId id="262" r:id="rId4"/>
    <p:sldId id="263" r:id="rId5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D08E"/>
    <a:srgbClr val="8ED973"/>
    <a:srgbClr val="00B0F0"/>
    <a:srgbClr val="92D050"/>
    <a:srgbClr val="FF2D2D"/>
    <a:srgbClr val="FF1919"/>
    <a:srgbClr val="FF0101"/>
    <a:srgbClr val="FF3F3F"/>
    <a:srgbClr val="FF5B5B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97" d="100"/>
          <a:sy n="97" d="100"/>
        </p:scale>
        <p:origin x="387" y="4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>
                <a:latin typeface="HY견고딕" panose="02030600000101010101" pitchFamily="18" charset="-127"/>
                <a:ea typeface="HY견고딕" panose="02030600000101010101" pitchFamily="18" charset="-127"/>
              </a:rPr>
              <a:t>(6</a:t>
            </a:r>
            <a:r>
              <a:rPr lang="ko-KR" altLang="en-US" sz="220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6CAED06-7FA4-F92B-1D27-7A54A4375E06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B83A0E-DCBD-DCCF-F386-9B07EF3C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86E884-87DB-5ABE-6196-6A132F24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/4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B8E7C4A-D93C-D837-944E-BB795C118DF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520F0-7A6C-8350-E78B-AD406B07767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0A42D-4534-41F5-6BC6-CA3026819793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53A29C-4C79-3F17-16A8-ED7218F0DECF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339EAAC6-310E-FFAE-844F-E87CB6BD8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6"/>
            <a:ext cx="5856514" cy="1044534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태크</a:t>
            </a:r>
            <a:r>
              <a:rPr lang="ko-KR" altLang="en-US" dirty="0"/>
              <a:t> 데모</a:t>
            </a:r>
            <a:endParaRPr lang="en-US" altLang="ko-KR" dirty="0"/>
          </a:p>
          <a:p>
            <a:pPr lvl="1"/>
            <a:r>
              <a:rPr lang="ko-KR" altLang="en-US" dirty="0"/>
              <a:t>텍스트 렌더링</a:t>
            </a:r>
            <a:endParaRPr lang="en-US" altLang="ko-KR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B819EC-07F8-BA11-F3EE-FD4699E96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069" y="5248413"/>
            <a:ext cx="11674929" cy="487019"/>
          </a:xfrm>
          <a:prstGeom prst="rect">
            <a:avLst/>
          </a:prstGeom>
        </p:spPr>
      </p:pic>
      <p:pic>
        <p:nvPicPr>
          <p:cNvPr id="15" name="그림 14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2B12DA-9C47-AF82-9430-B486D4727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320" y="1050447"/>
            <a:ext cx="4139348" cy="4283553"/>
          </a:xfrm>
          <a:prstGeom prst="rect">
            <a:avLst/>
          </a:prstGeom>
        </p:spPr>
      </p:pic>
      <p:pic>
        <p:nvPicPr>
          <p:cNvPr id="5" name="그림 4" descr="텍스트, 스크린샷, 그래픽, 그래픽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79CB0A-9604-F7AF-7E30-5227B08D8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66851"/>
            <a:ext cx="6096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50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194BA-F166-D544-554A-7FE88F24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36BE97B-1CF0-5D45-2910-3A6AA585804E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494BBF-F75B-3DB5-D664-B1429FDE3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5F5C3E-3EA5-1579-A01F-846126ECA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/4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5C3C743-A3B1-645F-D822-65BF7D0EACE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E889C5-FC31-8457-273F-064192A71AC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2B50FE-C825-5DB6-692B-23CA3DA973B2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5DA0A4-12C5-5686-73EC-4B5E593B6BB3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9F861EC2-3009-6262-E2F4-8896B71FB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5856514" cy="1534391"/>
          </a:xfrm>
        </p:spPr>
        <p:txBody>
          <a:bodyPr>
            <a:normAutofit/>
          </a:bodyPr>
          <a:lstStyle/>
          <a:p>
            <a:r>
              <a:rPr lang="en-US" altLang="ko-KR" dirty="0"/>
              <a:t>WQFS</a:t>
            </a:r>
          </a:p>
          <a:p>
            <a:pPr lvl="1"/>
            <a:r>
              <a:rPr lang="ko-KR" altLang="en-US" dirty="0"/>
              <a:t>퀘스트 진행상황 체크</a:t>
            </a:r>
            <a:endParaRPr lang="en-US" altLang="ko-KR" dirty="0"/>
          </a:p>
          <a:p>
            <a:pPr lvl="1"/>
            <a:r>
              <a:rPr lang="ko-KR" altLang="en-US" dirty="0"/>
              <a:t>퀘스트 완료 시 보상 지급을 </a:t>
            </a:r>
            <a:br>
              <a:rPr lang="en-US" altLang="ko-KR" dirty="0"/>
            </a:br>
            <a:r>
              <a:rPr lang="ko-KR" altLang="en-US" dirty="0"/>
              <a:t>내부적으로 수행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72BE3D4-9B50-4FE5-64CC-D67CFE978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826" y="2519930"/>
            <a:ext cx="4644917" cy="287077"/>
          </a:xfrm>
          <a:prstGeom prst="rect">
            <a:avLst/>
          </a:prstGeom>
        </p:spPr>
      </p:pic>
      <p:pic>
        <p:nvPicPr>
          <p:cNvPr id="11" name="그림 10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F77196-CD03-EB73-69C7-98AF4A8212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588" y="1235529"/>
            <a:ext cx="6700068" cy="4385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28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1821249"/>
          </a:xfrm>
        </p:spPr>
        <p:txBody>
          <a:bodyPr/>
          <a:lstStyle/>
          <a:p>
            <a:r>
              <a:rPr lang="ko-KR" altLang="en-US" dirty="0"/>
              <a:t>게임 </a:t>
            </a:r>
            <a:r>
              <a:rPr lang="ko-KR" altLang="en-US" dirty="0" err="1"/>
              <a:t>스프라이트</a:t>
            </a:r>
            <a:r>
              <a:rPr lang="ko-KR" altLang="en-US" dirty="0"/>
              <a:t> 제작</a:t>
            </a:r>
            <a:endParaRPr lang="en-US" altLang="ko-KR" dirty="0"/>
          </a:p>
          <a:p>
            <a:r>
              <a:rPr lang="ko-KR" altLang="en-US" dirty="0"/>
              <a:t>배경 음악</a:t>
            </a:r>
            <a:r>
              <a:rPr lang="en-US" altLang="ko-KR" dirty="0"/>
              <a:t>, </a:t>
            </a:r>
            <a:r>
              <a:rPr lang="ko-KR" altLang="en-US" dirty="0"/>
              <a:t>효과음 찾기</a:t>
            </a:r>
            <a:endParaRPr lang="en-US" altLang="ko-KR" dirty="0"/>
          </a:p>
          <a:p>
            <a:r>
              <a:rPr lang="ko-KR" altLang="en-US" dirty="0"/>
              <a:t>몬스터 처치 이벤트 이외의 다른 이벤트도 </a:t>
            </a:r>
            <a:br>
              <a:rPr lang="en-US" altLang="ko-KR" dirty="0"/>
            </a:br>
            <a:r>
              <a:rPr lang="en-US" altLang="ko-KR" dirty="0" err="1"/>
              <a:t>CheckQuest</a:t>
            </a:r>
            <a:r>
              <a:rPr lang="en-US" altLang="ko-KR" dirty="0"/>
              <a:t> </a:t>
            </a:r>
            <a:r>
              <a:rPr lang="ko-KR" altLang="en-US" dirty="0"/>
              <a:t>메소드 내에서 처리되도록 변경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87</Words>
  <Application>Microsoft Office PowerPoint</Application>
  <PresentationFormat>와이드스크린</PresentationFormat>
  <Paragraphs>29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HY견고딕</vt:lpstr>
      <vt:lpstr>맑은 고딕</vt:lpstr>
      <vt:lpstr>Arial</vt:lpstr>
      <vt:lpstr>Office 테마</vt:lpstr>
      <vt:lpstr>WQFS</vt:lpstr>
      <vt:lpstr>진행 상황</vt:lpstr>
      <vt:lpstr>진행 상황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49</cp:revision>
  <dcterms:created xsi:type="dcterms:W3CDTF">2025-08-27T12:40:34Z</dcterms:created>
  <dcterms:modified xsi:type="dcterms:W3CDTF">2025-10-28T04:18:01Z</dcterms:modified>
</cp:coreProperties>
</file>
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69" r:id="rId3"/>
    <p:sldId id="265" r:id="rId4"/>
    <p:sldId id="270" r:id="rId5"/>
    <p:sldId id="267" r:id="rId6"/>
    <p:sldId id="271" r:id="rId7"/>
    <p:sldId id="272" r:id="rId8"/>
    <p:sldId id="263" r:id="rId9"/>
  </p:sldIdLst>
  <p:sldSz cx="12192000" cy="6858000"/>
  <p:notesSz cx="7105650" cy="102362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E1E1E"/>
    <a:srgbClr val="A9D08E"/>
    <a:srgbClr val="8ED973"/>
    <a:srgbClr val="00B0F0"/>
    <a:srgbClr val="92D050"/>
    <a:srgbClr val="FF2D2D"/>
    <a:srgbClr val="FF1919"/>
    <a:srgbClr val="FF0101"/>
    <a:srgbClr val="FF3F3F"/>
    <a:srgbClr val="FF5B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24F6B2B-955B-4EA7-8C2C-A0B50ACC62EA}" v="16" dt="2025-10-08T05:25:26.18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36" autoAdjust="0"/>
    <p:restoredTop sz="94660"/>
  </p:normalViewPr>
  <p:slideViewPr>
    <p:cSldViewPr snapToGrid="0">
      <p:cViewPr>
        <p:scale>
          <a:sx n="100" d="100"/>
          <a:sy n="100" d="100"/>
        </p:scale>
        <p:origin x="250" y="41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121" d="100"/>
          <a:sy n="121" d="100"/>
        </p:scale>
        <p:origin x="5020" y="9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9115" cy="513588"/>
          </a:xfrm>
          <a:prstGeom prst="rect">
            <a:avLst/>
          </a:prstGeom>
        </p:spPr>
        <p:txBody>
          <a:bodyPr vert="horz" lIns="99094" tIns="49547" rIns="99094" bIns="49547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4891" y="0"/>
            <a:ext cx="3079115" cy="513588"/>
          </a:xfrm>
          <a:prstGeom prst="rect">
            <a:avLst/>
          </a:prstGeom>
        </p:spPr>
        <p:txBody>
          <a:bodyPr vert="horz" lIns="99094" tIns="49547" rIns="99094" bIns="49547" rtlCol="0"/>
          <a:lstStyle>
            <a:lvl1pPr algn="r">
              <a:defRPr sz="1300"/>
            </a:lvl1pPr>
          </a:lstStyle>
          <a:p>
            <a:fld id="{56AE193D-720A-4563-AA71-141E9FDCE958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94" tIns="49547" rIns="99094" bIns="49547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565" y="4926171"/>
            <a:ext cx="5684520" cy="4030504"/>
          </a:xfrm>
          <a:prstGeom prst="rect">
            <a:avLst/>
          </a:prstGeom>
        </p:spPr>
        <p:txBody>
          <a:bodyPr vert="horz" lIns="99094" tIns="49547" rIns="99094" bIns="49547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722614"/>
            <a:ext cx="3079115" cy="513587"/>
          </a:xfrm>
          <a:prstGeom prst="rect">
            <a:avLst/>
          </a:prstGeom>
        </p:spPr>
        <p:txBody>
          <a:bodyPr vert="horz" lIns="99094" tIns="49547" rIns="99094" bIns="49547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4891" y="9722614"/>
            <a:ext cx="3079115" cy="513587"/>
          </a:xfrm>
          <a:prstGeom prst="rect">
            <a:avLst/>
          </a:prstGeom>
        </p:spPr>
        <p:txBody>
          <a:bodyPr vert="horz" lIns="99094" tIns="49547" rIns="99094" bIns="49547" rtlCol="0" anchor="b"/>
          <a:lstStyle>
            <a:lvl1pPr algn="r">
              <a:defRPr sz="1300"/>
            </a:lvl1pPr>
          </a:lstStyle>
          <a:p>
            <a:fld id="{7575AEB5-661D-47AA-8B68-B3592D7F979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43826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75AEB5-661D-47AA-8B68-B3592D7F979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76167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EC98168-0A97-9FF2-F7D4-1ECC57FC1F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C79E55A-9A99-930D-18D8-A1DD93C193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3ABFBDA-D477-77D7-7CA9-E2D7E50D05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5A47B9B-3D1A-CF88-E644-ED22937D84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FBEB740-DE5B-B76C-330A-06CEEBD65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3989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F53AF8-7DB0-5A26-0B7C-240CD4BE21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0406"/>
            <a:ext cx="10515600" cy="725034"/>
          </a:xfrm>
        </p:spPr>
        <p:txBody>
          <a:bodyPr/>
          <a:lstStyle>
            <a:lvl1pPr algn="ctr">
              <a:defRPr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7" name="사각형: 둥근 위쪽 모서리 6">
            <a:extLst>
              <a:ext uri="{FF2B5EF4-FFF2-40B4-BE49-F238E27FC236}">
                <a16:creationId xmlns:a16="http://schemas.microsoft.com/office/drawing/2014/main" id="{CC6B5E22-D83E-5CDD-DE41-9AA20F3F8F1E}"/>
              </a:ext>
            </a:extLst>
          </p:cNvPr>
          <p:cNvSpPr/>
          <p:nvPr userDrawn="1"/>
        </p:nvSpPr>
        <p:spPr>
          <a:xfrm>
            <a:off x="376052" y="6176963"/>
            <a:ext cx="11439896" cy="681037"/>
          </a:xfrm>
          <a:prstGeom prst="round2Same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1A5A90E-0246-56CB-05EE-26C4E590EA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29195"/>
            <a:ext cx="10515600" cy="5147768"/>
          </a:xfrm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1pPr>
            <a:lvl2pPr>
              <a:defRPr sz="200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2pPr>
            <a:lvl3pPr>
              <a:defRPr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3pPr>
            <a:lvl4pPr>
              <a:defRPr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4pPr>
            <a:lvl5pPr>
              <a:defRPr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37DB812-E764-100A-5EB4-C2D6A3BEB4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33413" y="6356350"/>
            <a:ext cx="965859" cy="365125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fld id="{E694CC86-33DA-4CBD-A678-F7DD024C14A4}" type="slidenum">
              <a:rPr lang="ko-KR" altLang="en-US" smtClean="0"/>
              <a:pPr/>
              <a:t>‹#›</a:t>
            </a:fld>
            <a:r>
              <a:rPr lang="en-US" altLang="ko-KR" dirty="0"/>
              <a:t>/##</a:t>
            </a:r>
            <a:endParaRPr lang="ko-KR" altLang="en-US" dirty="0"/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459E5DB4-7844-B844-3A26-29C0CB85EF31}"/>
              </a:ext>
            </a:extLst>
          </p:cNvPr>
          <p:cNvCxnSpPr>
            <a:cxnSpLocks/>
          </p:cNvCxnSpPr>
          <p:nvPr userDrawn="1"/>
        </p:nvCxnSpPr>
        <p:spPr>
          <a:xfrm>
            <a:off x="142504" y="894608"/>
            <a:ext cx="11934701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  <a:prstDash val="solid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A31B6C6-7021-D05C-4034-28922A981FDF}"/>
              </a:ext>
            </a:extLst>
          </p:cNvPr>
          <p:cNvSpPr txBox="1"/>
          <p:nvPr userDrawn="1"/>
        </p:nvSpPr>
        <p:spPr>
          <a:xfrm>
            <a:off x="5625629" y="6356350"/>
            <a:ext cx="10839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WQFS</a:t>
            </a:r>
            <a:endParaRPr lang="ko-KR" altLang="en-US" dirty="0">
              <a:solidFill>
                <a:schemeClr val="bg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3866108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FF7B73-BF6E-D1BB-C735-6FE9E3E17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0DE0898-4141-75EA-D3AE-78DC569E59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E8BC860-778E-F9A6-0772-56B4966713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F14BB5A-1537-DD20-294E-F258647D5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7C9AC6A-BA24-4E09-A3C8-B778795129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34941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13C18B-B30C-5228-AD14-31181350A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04FA97E-0081-ED45-3AB4-86729EAA459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345C145-C818-5F59-0B8C-B2BE96C05D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A66968A-871B-A549-5284-24CDCC1B86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958042A-2CE4-BEB7-D84A-EE82B6B4D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8B81584-9760-CFB7-9271-C376C6E34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68672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6D3F6B-5FEB-0FAF-EBE6-ABF6E12034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B576ABC-38AE-23FC-E716-2E4482386B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456973-7B38-0243-336C-50568BF692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45766AE-852A-0135-5702-B5F916A0FB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F2B787-24E8-CA98-357E-45340B022CE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85681D6-E4B5-DC14-CB43-C30D9FE5C4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05F3349F-FD3E-97C8-C1A6-5FD1F578A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00857B7-C0B7-6E67-0E4C-527FFB52D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44466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AE94DF-B5D3-E4A8-7948-09CBDECD5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DE737BA-04F9-1B72-3ADC-E7D9F4C149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141AD69-0452-AC90-BF74-0EE0EA0966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5721304-4C54-F4A3-1EDE-52AF0E04A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4401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08E2051-1EE8-FABC-1795-B323C83995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61979E1-20ED-3457-6159-B5BAE3D2D6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1EBE655-A4B8-E3ED-A4B6-14AC208677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00357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5E70BE-3952-B6F0-08E3-C268632B6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68CEF35-CA5B-2519-75DC-2930CE31BE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AA1C5B7-053E-049C-E87E-864C4F2BF3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BD52A5E-3438-041A-C7A3-92AEE83123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C84C644-7C62-38F2-2068-2FCD286A60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C27A2C1-C6BF-0AB7-29C4-70AA28DCC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04452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3E8914-5EB0-B962-C33D-87F9083FB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305CB22-5208-A7FB-31E0-4B2A76304D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F3F4396-A1AF-C1B3-2E65-343CD828A6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A6577CC-D973-B0B3-4A05-7004F4DC96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3E760FC-CE82-E39E-BFD6-EEE9707A8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FEFF2A8-A55C-3BBB-309C-F007830DC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67676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ED9B2C-54EC-092A-70C9-326205007C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C5D8C25-9486-2F20-CD5C-B69646517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C7864A4-9765-9F2F-D454-3DD9AFB3A7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3FC8299-AA22-B710-764A-D8D4626EA3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7CB4946-787E-ABC4-AEA8-E2E005A8C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59341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3EE9A9B-9B2A-C5DE-8D52-3C0B6439B7F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E91A96A-1DBB-D94E-12DD-3DF01C2660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1B7DD3D-C192-510B-1588-D54CC67A90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9CDB6CA-041D-2010-72A5-5217A9D58B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D4BAB71-AEC8-364C-65CB-0551C6FE8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86761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819D53D-0972-8C8F-311F-4A7A8C0BE5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17F91D6-8F96-A87E-E35A-8201CC20BE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B7BFD77-0EA9-B63F-B1AE-319C596CF1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C44D894-CCE4-4219-86B7-733D27BABF13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D870978-E6DF-55B0-9D8E-62FAE80D14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EB9BEA4-BDE5-0F5D-7B02-14C1683AEA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68811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>
            <a:extLst>
              <a:ext uri="{FF2B5EF4-FFF2-40B4-BE49-F238E27FC236}">
                <a16:creationId xmlns:a16="http://schemas.microsoft.com/office/drawing/2014/main" id="{76628AFA-07F6-6A1C-1CA2-29D76184BE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63826" y="0"/>
            <a:ext cx="13119652" cy="6858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7A2A81DE-97FA-25A3-2074-0D5E1CC511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001837"/>
            <a:ext cx="9144000" cy="933479"/>
          </a:xfrm>
        </p:spPr>
        <p:txBody>
          <a:bodyPr anchor="ctr"/>
          <a:lstStyle/>
          <a:p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WQFS</a:t>
            </a: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727B34A-FF70-5C7D-A3C8-15B8F4AC26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027392"/>
            <a:ext cx="9144000" cy="427840"/>
          </a:xfrm>
        </p:spPr>
        <p:txBody>
          <a:bodyPr anchor="ctr"/>
          <a:lstStyle/>
          <a:p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(W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orld event &amp; 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Q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uest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 F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usion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 S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ystem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)</a:t>
            </a: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4" name="부제목 2">
            <a:extLst>
              <a:ext uri="{FF2B5EF4-FFF2-40B4-BE49-F238E27FC236}">
                <a16:creationId xmlns:a16="http://schemas.microsoft.com/office/drawing/2014/main" id="{1CC9D879-4FB4-47A7-8A4E-AC82EE2020A2}"/>
              </a:ext>
            </a:extLst>
          </p:cNvPr>
          <p:cNvSpPr txBox="1">
            <a:spLocks/>
          </p:cNvSpPr>
          <p:nvPr/>
        </p:nvSpPr>
        <p:spPr>
          <a:xfrm>
            <a:off x="5052970" y="4794308"/>
            <a:ext cx="1993782" cy="4278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202444086 </a:t>
            </a:r>
            <a:r>
              <a:rPr lang="ko-KR" altLang="en-US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이인희</a:t>
            </a:r>
          </a:p>
        </p:txBody>
      </p:sp>
      <p:sp>
        <p:nvSpPr>
          <p:cNvPr id="6" name="부제목 2">
            <a:extLst>
              <a:ext uri="{FF2B5EF4-FFF2-40B4-BE49-F238E27FC236}">
                <a16:creationId xmlns:a16="http://schemas.microsoft.com/office/drawing/2014/main" id="{3FE9E06B-E659-DD8B-890B-9DA9275F5E2D}"/>
              </a:ext>
            </a:extLst>
          </p:cNvPr>
          <p:cNvSpPr txBox="1">
            <a:spLocks/>
          </p:cNvSpPr>
          <p:nvPr/>
        </p:nvSpPr>
        <p:spPr>
          <a:xfrm>
            <a:off x="1524000" y="3575806"/>
            <a:ext cx="9144000" cy="10423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월드 이벤트 </a:t>
            </a:r>
            <a:r>
              <a:rPr lang="en-US" altLang="ko-KR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&amp; </a:t>
            </a:r>
            <a:r>
              <a:rPr lang="ko-KR" altLang="en-US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퀘스트 </a:t>
            </a:r>
            <a:endParaRPr lang="en-US" altLang="ko-KR" sz="22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r>
              <a:rPr lang="ko-KR" altLang="en-US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융합 시스템</a:t>
            </a:r>
            <a:endParaRPr lang="en-US" altLang="ko-KR" sz="22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r>
              <a:rPr lang="en-US" altLang="ko-KR" sz="2200">
                <a:latin typeface="HY견고딕" panose="02030600000101010101" pitchFamily="18" charset="-127"/>
                <a:ea typeface="HY견고딕" panose="02030600000101010101" pitchFamily="18" charset="-127"/>
              </a:rPr>
              <a:t>(9</a:t>
            </a:r>
            <a:r>
              <a:rPr lang="ko-KR" altLang="en-US" sz="2200">
                <a:latin typeface="HY견고딕" panose="02030600000101010101" pitchFamily="18" charset="-127"/>
                <a:ea typeface="HY견고딕" panose="02030600000101010101" pitchFamily="18" charset="-127"/>
              </a:rPr>
              <a:t>주차</a:t>
            </a:r>
            <a:r>
              <a:rPr lang="en-US" altLang="ko-KR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)</a:t>
            </a:r>
            <a:endParaRPr lang="ko-KR" altLang="en-US" sz="22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0" name="부제목 2">
            <a:extLst>
              <a:ext uri="{FF2B5EF4-FFF2-40B4-BE49-F238E27FC236}">
                <a16:creationId xmlns:a16="http://schemas.microsoft.com/office/drawing/2014/main" id="{A1112FEA-B54C-E0DD-1E8E-20EDE647DF8C}"/>
              </a:ext>
            </a:extLst>
          </p:cNvPr>
          <p:cNvSpPr txBox="1">
            <a:spLocks/>
          </p:cNvSpPr>
          <p:nvPr/>
        </p:nvSpPr>
        <p:spPr>
          <a:xfrm>
            <a:off x="9478920" y="8210549"/>
            <a:ext cx="1993782" cy="4278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200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Background by</a:t>
            </a:r>
            <a:endParaRPr lang="ko-KR" altLang="en-US" sz="1200" dirty="0">
              <a:solidFill>
                <a:schemeClr val="bg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6" name="부제목 2">
            <a:extLst>
              <a:ext uri="{FF2B5EF4-FFF2-40B4-BE49-F238E27FC236}">
                <a16:creationId xmlns:a16="http://schemas.microsoft.com/office/drawing/2014/main" id="{A89C96B5-E020-97BE-824A-E3AD0345BC4C}"/>
              </a:ext>
            </a:extLst>
          </p:cNvPr>
          <p:cNvSpPr txBox="1">
            <a:spLocks/>
          </p:cNvSpPr>
          <p:nvPr/>
        </p:nvSpPr>
        <p:spPr>
          <a:xfrm>
            <a:off x="9764670" y="6276527"/>
            <a:ext cx="2236830" cy="4278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Background</a:t>
            </a:r>
            <a:r>
              <a:rPr lang="ko-KR" altLang="en-US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lang="en-US" altLang="ko-KR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by</a:t>
            </a:r>
            <a:r>
              <a:rPr lang="ko-KR" altLang="en-US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lang="en-US" altLang="ko-KR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Gemini</a:t>
            </a:r>
            <a:endParaRPr lang="ko-KR" altLang="en-US" sz="12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854722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14D7E-553C-C0DF-F6A2-E01B4B20E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5DF499C5-1587-5788-A0DC-3371E7CAAAAD}"/>
              </a:ext>
            </a:extLst>
          </p:cNvPr>
          <p:cNvSpPr/>
          <p:nvPr/>
        </p:nvSpPr>
        <p:spPr>
          <a:xfrm>
            <a:off x="609599" y="5840557"/>
            <a:ext cx="8098972" cy="192595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08A58DB-F0DE-C5B1-CB0C-31D9A99D28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진행 상황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C20CB1A-B85F-7ED5-8585-C0D9214903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2</a:t>
            </a:fld>
            <a:r>
              <a:rPr lang="en-US" altLang="ko-KR" dirty="0"/>
              <a:t>/8</a:t>
            </a:r>
            <a:endParaRPr lang="ko-KR" altLang="en-US" dirty="0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5D4EDA68-3964-D89E-8528-4F1A9F9D377D}"/>
              </a:ext>
            </a:extLst>
          </p:cNvPr>
          <p:cNvSpPr/>
          <p:nvPr/>
        </p:nvSpPr>
        <p:spPr>
          <a:xfrm>
            <a:off x="609600" y="5840557"/>
            <a:ext cx="10972800" cy="192595"/>
          </a:xfrm>
          <a:prstGeom prst="roundRect">
            <a:avLst>
              <a:gd name="adj" fmla="val 50000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6394544-8D6B-E8B0-57AB-03D864D53601}"/>
              </a:ext>
            </a:extLst>
          </p:cNvPr>
          <p:cNvSpPr txBox="1"/>
          <p:nvPr/>
        </p:nvSpPr>
        <p:spPr>
          <a:xfrm>
            <a:off x="122870" y="5782967"/>
            <a:ext cx="4683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E0DAEA3-5323-6605-E212-0E6E55D9C63A}"/>
              </a:ext>
            </a:extLst>
          </p:cNvPr>
          <p:cNvSpPr txBox="1"/>
          <p:nvPr/>
        </p:nvSpPr>
        <p:spPr>
          <a:xfrm>
            <a:off x="11548533" y="5782967"/>
            <a:ext cx="6928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100%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217279C-B351-5FB2-A632-4266812EE967}"/>
              </a:ext>
            </a:extLst>
          </p:cNvPr>
          <p:cNvSpPr txBox="1"/>
          <p:nvPr/>
        </p:nvSpPr>
        <p:spPr>
          <a:xfrm>
            <a:off x="5861800" y="5815121"/>
            <a:ext cx="4683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 dirty="0">
                <a:latin typeface="HY견고딕" panose="02030600000101010101" pitchFamily="18" charset="-127"/>
                <a:ea typeface="HY견고딕" panose="02030600000101010101" pitchFamily="18" charset="-127"/>
              </a:rPr>
              <a:t>90%</a:t>
            </a:r>
            <a:endParaRPr lang="ko-KR" altLang="en-US" sz="10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3" name="내용 개체 틀 12">
            <a:extLst>
              <a:ext uri="{FF2B5EF4-FFF2-40B4-BE49-F238E27FC236}">
                <a16:creationId xmlns:a16="http://schemas.microsoft.com/office/drawing/2014/main" id="{05D53968-ED29-002D-5645-B1969B15F4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029196"/>
            <a:ext cx="9203871" cy="1428778"/>
          </a:xfrm>
        </p:spPr>
        <p:txBody>
          <a:bodyPr>
            <a:normAutofit/>
          </a:bodyPr>
          <a:lstStyle/>
          <a:p>
            <a:r>
              <a:rPr lang="en-US" altLang="ko-KR" dirty="0"/>
              <a:t>WQFS </a:t>
            </a:r>
            <a:r>
              <a:rPr lang="ko-KR" altLang="en-US" dirty="0"/>
              <a:t>퀘스트 목록</a:t>
            </a:r>
            <a:endParaRPr lang="en-US" altLang="ko-KR" dirty="0"/>
          </a:p>
          <a:p>
            <a:pPr lvl="1"/>
            <a:r>
              <a:rPr lang="en-US" altLang="ko-KR" dirty="0"/>
              <a:t>UI</a:t>
            </a:r>
            <a:r>
              <a:rPr lang="ko-KR" altLang="en-US" dirty="0"/>
              <a:t>로 퀘스트를 표시할 수 있게 퀘스트 리스트를 문자열 형태로 반환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62BADBE-63FB-F143-82E7-D941AE6AAF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86632" y="2566180"/>
            <a:ext cx="5210755" cy="1725640"/>
          </a:xfrm>
          <a:prstGeom prst="rect">
            <a:avLst/>
          </a:prstGeom>
        </p:spPr>
      </p:pic>
      <p:pic>
        <p:nvPicPr>
          <p:cNvPr id="14" name="그림 13" descr="텍스트, 스크린샷, 소프트웨어, 디스플레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FB149E9-FC7D-BB59-136D-988894CEBE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199" y="1858566"/>
            <a:ext cx="5045473" cy="3927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15282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A932C-7AC0-A026-41E2-A7E50647A4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9645A4DD-3C05-732D-DAE9-4C189A20F998}"/>
              </a:ext>
            </a:extLst>
          </p:cNvPr>
          <p:cNvSpPr/>
          <p:nvPr/>
        </p:nvSpPr>
        <p:spPr>
          <a:xfrm>
            <a:off x="609599" y="5840557"/>
            <a:ext cx="8098972" cy="192595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32DF39E-5FDE-E5CA-D1A1-CA514350AD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진행 상황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6D81ED3-057E-790E-9D48-05F34AA23E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3</a:t>
            </a:fld>
            <a:r>
              <a:rPr lang="en-US" altLang="ko-KR" dirty="0"/>
              <a:t>/8</a:t>
            </a:r>
            <a:endParaRPr lang="ko-KR" altLang="en-US" dirty="0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61C772F6-1917-AE1F-3930-78EE6138062C}"/>
              </a:ext>
            </a:extLst>
          </p:cNvPr>
          <p:cNvSpPr/>
          <p:nvPr/>
        </p:nvSpPr>
        <p:spPr>
          <a:xfrm>
            <a:off x="609600" y="5840557"/>
            <a:ext cx="10972800" cy="192595"/>
          </a:xfrm>
          <a:prstGeom prst="roundRect">
            <a:avLst>
              <a:gd name="adj" fmla="val 50000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72D3D5-B958-37D8-0CB2-C60915C0BE46}"/>
              </a:ext>
            </a:extLst>
          </p:cNvPr>
          <p:cNvSpPr txBox="1"/>
          <p:nvPr/>
        </p:nvSpPr>
        <p:spPr>
          <a:xfrm>
            <a:off x="122870" y="5782967"/>
            <a:ext cx="4683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3C6D761-CA20-C2D6-4261-46C3D732707A}"/>
              </a:ext>
            </a:extLst>
          </p:cNvPr>
          <p:cNvSpPr txBox="1"/>
          <p:nvPr/>
        </p:nvSpPr>
        <p:spPr>
          <a:xfrm>
            <a:off x="11548533" y="5782967"/>
            <a:ext cx="6928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100%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E841C1D-C20B-CA09-E339-9711F6EBF256}"/>
              </a:ext>
            </a:extLst>
          </p:cNvPr>
          <p:cNvSpPr txBox="1"/>
          <p:nvPr/>
        </p:nvSpPr>
        <p:spPr>
          <a:xfrm>
            <a:off x="5861800" y="5815121"/>
            <a:ext cx="4683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 dirty="0">
                <a:latin typeface="HY견고딕" panose="02030600000101010101" pitchFamily="18" charset="-127"/>
                <a:ea typeface="HY견고딕" panose="02030600000101010101" pitchFamily="18" charset="-127"/>
              </a:rPr>
              <a:t>90%</a:t>
            </a:r>
            <a:endParaRPr lang="ko-KR" altLang="en-US" sz="10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3" name="내용 개체 틀 12">
            <a:extLst>
              <a:ext uri="{FF2B5EF4-FFF2-40B4-BE49-F238E27FC236}">
                <a16:creationId xmlns:a16="http://schemas.microsoft.com/office/drawing/2014/main" id="{F61080BD-16A5-80AB-1A4F-501CB498AF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029195"/>
            <a:ext cx="7870371" cy="923783"/>
          </a:xfrm>
        </p:spPr>
        <p:txBody>
          <a:bodyPr>
            <a:normAutofit/>
          </a:bodyPr>
          <a:lstStyle/>
          <a:p>
            <a:r>
              <a:rPr lang="en-US" altLang="ko-KR" dirty="0"/>
              <a:t>WQFS </a:t>
            </a:r>
            <a:r>
              <a:rPr lang="ko-KR" altLang="en-US" dirty="0"/>
              <a:t>퀘스트 타입 </a:t>
            </a:r>
            <a:r>
              <a:rPr lang="en-US" altLang="ko-KR" dirty="0"/>
              <a:t>1</a:t>
            </a:r>
          </a:p>
          <a:p>
            <a:pPr lvl="1"/>
            <a:r>
              <a:rPr lang="ko-KR" altLang="en-US" dirty="0"/>
              <a:t>퀘스트 타입에 따라 발생시키는 이벤트와  완료 조건이 다름</a:t>
            </a:r>
            <a:endParaRPr lang="en-US" altLang="ko-KR" dirty="0"/>
          </a:p>
        </p:txBody>
      </p:sp>
      <p:pic>
        <p:nvPicPr>
          <p:cNvPr id="5" name="그림 4" descr="텍스트, 스크린샷, 폰트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9695884-D038-6CF3-44E1-2AA91B49A7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2669296"/>
            <a:ext cx="12192000" cy="2611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58844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F85B0D-B02E-2F68-7A5F-B2BBCC6228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094F1060-FAEB-3BE8-4FB4-6C1A4327ECB9}"/>
              </a:ext>
            </a:extLst>
          </p:cNvPr>
          <p:cNvSpPr/>
          <p:nvPr/>
        </p:nvSpPr>
        <p:spPr>
          <a:xfrm>
            <a:off x="609599" y="5840557"/>
            <a:ext cx="8098972" cy="192595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D732EDA-0CEC-21B5-BDB2-10B4B7476D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진행 상황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81FFCC-8507-F817-F8F1-D1061E5F1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4</a:t>
            </a:fld>
            <a:r>
              <a:rPr lang="en-US" altLang="ko-KR" dirty="0"/>
              <a:t>/8</a:t>
            </a:r>
            <a:endParaRPr lang="ko-KR" altLang="en-US" dirty="0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FF24206B-3EC6-59C4-040B-BC4202C7A49B}"/>
              </a:ext>
            </a:extLst>
          </p:cNvPr>
          <p:cNvSpPr/>
          <p:nvPr/>
        </p:nvSpPr>
        <p:spPr>
          <a:xfrm>
            <a:off x="609600" y="5840557"/>
            <a:ext cx="10972800" cy="192595"/>
          </a:xfrm>
          <a:prstGeom prst="roundRect">
            <a:avLst>
              <a:gd name="adj" fmla="val 50000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7BD445-0B63-174C-56B0-23F4C1E53EBA}"/>
              </a:ext>
            </a:extLst>
          </p:cNvPr>
          <p:cNvSpPr txBox="1"/>
          <p:nvPr/>
        </p:nvSpPr>
        <p:spPr>
          <a:xfrm>
            <a:off x="122870" y="5782967"/>
            <a:ext cx="4683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76581E4-5979-55A8-E911-47C1D3D82BB1}"/>
              </a:ext>
            </a:extLst>
          </p:cNvPr>
          <p:cNvSpPr txBox="1"/>
          <p:nvPr/>
        </p:nvSpPr>
        <p:spPr>
          <a:xfrm>
            <a:off x="11548533" y="5782967"/>
            <a:ext cx="6928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100%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EF5FE63-1FA9-AD5A-FFE5-3FDC5470E810}"/>
              </a:ext>
            </a:extLst>
          </p:cNvPr>
          <p:cNvSpPr txBox="1"/>
          <p:nvPr/>
        </p:nvSpPr>
        <p:spPr>
          <a:xfrm>
            <a:off x="5861800" y="5815121"/>
            <a:ext cx="4683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 dirty="0">
                <a:latin typeface="HY견고딕" panose="02030600000101010101" pitchFamily="18" charset="-127"/>
                <a:ea typeface="HY견고딕" panose="02030600000101010101" pitchFamily="18" charset="-127"/>
              </a:rPr>
              <a:t>90%</a:t>
            </a:r>
            <a:endParaRPr lang="ko-KR" altLang="en-US" sz="10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3" name="내용 개체 틀 12">
            <a:extLst>
              <a:ext uri="{FF2B5EF4-FFF2-40B4-BE49-F238E27FC236}">
                <a16:creationId xmlns:a16="http://schemas.microsoft.com/office/drawing/2014/main" id="{1C6B8773-F14C-FF35-13D3-082504E65D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029195"/>
            <a:ext cx="7870371" cy="923783"/>
          </a:xfrm>
        </p:spPr>
        <p:txBody>
          <a:bodyPr>
            <a:normAutofit/>
          </a:bodyPr>
          <a:lstStyle/>
          <a:p>
            <a:r>
              <a:rPr lang="en-US" altLang="ko-KR" dirty="0"/>
              <a:t>WQFS </a:t>
            </a:r>
            <a:r>
              <a:rPr lang="ko-KR" altLang="en-US" dirty="0"/>
              <a:t>퀘스트 타입 </a:t>
            </a:r>
            <a:r>
              <a:rPr lang="en-US" altLang="ko-KR"/>
              <a:t>2</a:t>
            </a:r>
          </a:p>
          <a:p>
            <a:pPr lvl="1"/>
            <a:endParaRPr lang="en-US" altLang="ko-KR" dirty="0"/>
          </a:p>
        </p:txBody>
      </p:sp>
      <p:pic>
        <p:nvPicPr>
          <p:cNvPr id="5" name="그림 4" descr="텍스트, 스크린샷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A910930-E5C4-FBF0-DC02-65AD51463F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892" y="1753299"/>
            <a:ext cx="6172652" cy="3888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11162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AB8BCC-04C4-4156-922D-817F4793B1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71B81CF5-CB22-CE8C-F148-70B4F7E5AA5D}"/>
              </a:ext>
            </a:extLst>
          </p:cNvPr>
          <p:cNvSpPr/>
          <p:nvPr/>
        </p:nvSpPr>
        <p:spPr>
          <a:xfrm>
            <a:off x="609599" y="5840557"/>
            <a:ext cx="8098972" cy="192595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6F7DB81-B4CD-0020-3B58-5C80A1CDE9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진행 상황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CD1BB7-0A27-DD3E-AF28-045A7B8796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5</a:t>
            </a:fld>
            <a:r>
              <a:rPr lang="en-US" altLang="ko-KR" dirty="0"/>
              <a:t>/8</a:t>
            </a:r>
            <a:endParaRPr lang="ko-KR" altLang="en-US" dirty="0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28315A0A-FD38-71EC-117A-13AE7289C6AB}"/>
              </a:ext>
            </a:extLst>
          </p:cNvPr>
          <p:cNvSpPr/>
          <p:nvPr/>
        </p:nvSpPr>
        <p:spPr>
          <a:xfrm>
            <a:off x="609600" y="5840557"/>
            <a:ext cx="10972800" cy="192595"/>
          </a:xfrm>
          <a:prstGeom prst="roundRect">
            <a:avLst>
              <a:gd name="adj" fmla="val 50000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F8EAFA3-77E5-4D2D-D2F2-3AD4EA9D7984}"/>
              </a:ext>
            </a:extLst>
          </p:cNvPr>
          <p:cNvSpPr txBox="1"/>
          <p:nvPr/>
        </p:nvSpPr>
        <p:spPr>
          <a:xfrm>
            <a:off x="122870" y="5782967"/>
            <a:ext cx="4683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04EA42F-D1DB-1FB7-EA7F-34E32F903808}"/>
              </a:ext>
            </a:extLst>
          </p:cNvPr>
          <p:cNvSpPr txBox="1"/>
          <p:nvPr/>
        </p:nvSpPr>
        <p:spPr>
          <a:xfrm>
            <a:off x="11548533" y="5782967"/>
            <a:ext cx="6928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100%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CB3741A-581C-05AC-29AB-CA49FB64BAF0}"/>
              </a:ext>
            </a:extLst>
          </p:cNvPr>
          <p:cNvSpPr txBox="1"/>
          <p:nvPr/>
        </p:nvSpPr>
        <p:spPr>
          <a:xfrm>
            <a:off x="5861800" y="5815121"/>
            <a:ext cx="4683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 dirty="0">
                <a:latin typeface="HY견고딕" panose="02030600000101010101" pitchFamily="18" charset="-127"/>
                <a:ea typeface="HY견고딕" panose="02030600000101010101" pitchFamily="18" charset="-127"/>
              </a:rPr>
              <a:t>90%</a:t>
            </a:r>
            <a:endParaRPr lang="ko-KR" altLang="en-US" sz="10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3" name="내용 개체 틀 12">
            <a:extLst>
              <a:ext uri="{FF2B5EF4-FFF2-40B4-BE49-F238E27FC236}">
                <a16:creationId xmlns:a16="http://schemas.microsoft.com/office/drawing/2014/main" id="{5687E576-D451-3A2D-5DCC-0411F073E1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029196"/>
            <a:ext cx="7689210" cy="925294"/>
          </a:xfrm>
        </p:spPr>
        <p:txBody>
          <a:bodyPr>
            <a:normAutofit/>
          </a:bodyPr>
          <a:lstStyle/>
          <a:p>
            <a:r>
              <a:rPr lang="en-US" altLang="ko-KR" dirty="0"/>
              <a:t>WQFS </a:t>
            </a:r>
            <a:r>
              <a:rPr lang="ko-KR" altLang="en-US" dirty="0"/>
              <a:t>쓰나미 이벤트</a:t>
            </a:r>
            <a:endParaRPr lang="en-US" altLang="ko-KR" dirty="0"/>
          </a:p>
          <a:p>
            <a:pPr lvl="1"/>
            <a:r>
              <a:rPr lang="ko-KR" altLang="en-US" dirty="0"/>
              <a:t>평소에는 정지해 있다가 이벤트 발생시 이동</a:t>
            </a:r>
            <a:endParaRPr lang="en-US" altLang="ko-KR" dirty="0"/>
          </a:p>
        </p:txBody>
      </p:sp>
      <p:pic>
        <p:nvPicPr>
          <p:cNvPr id="5" name="그림 4" descr="텍스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8AB3067-C965-7186-D069-8FB637F2DA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613" y="2308276"/>
            <a:ext cx="7457813" cy="2155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69514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1510B1-70C3-62F3-A51D-85C38751A0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951D0ED2-5940-77D0-3C16-A7F3572ABA69}"/>
              </a:ext>
            </a:extLst>
          </p:cNvPr>
          <p:cNvSpPr/>
          <p:nvPr/>
        </p:nvSpPr>
        <p:spPr>
          <a:xfrm>
            <a:off x="609599" y="5840557"/>
            <a:ext cx="8098972" cy="192595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444C8DF-526C-9548-3754-66C8D62F26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진행 상황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3D8A3AA-A20E-1975-D487-4B76697E0B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6</a:t>
            </a:fld>
            <a:r>
              <a:rPr lang="en-US" altLang="ko-KR" dirty="0"/>
              <a:t>/8</a:t>
            </a:r>
            <a:endParaRPr lang="ko-KR" altLang="en-US" dirty="0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97A95E06-804A-3F48-822D-085A24AAF87A}"/>
              </a:ext>
            </a:extLst>
          </p:cNvPr>
          <p:cNvSpPr/>
          <p:nvPr/>
        </p:nvSpPr>
        <p:spPr>
          <a:xfrm>
            <a:off x="609600" y="5840557"/>
            <a:ext cx="10972800" cy="192595"/>
          </a:xfrm>
          <a:prstGeom prst="roundRect">
            <a:avLst>
              <a:gd name="adj" fmla="val 50000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19A8A9-C658-6655-AE20-A74A70313701}"/>
              </a:ext>
            </a:extLst>
          </p:cNvPr>
          <p:cNvSpPr txBox="1"/>
          <p:nvPr/>
        </p:nvSpPr>
        <p:spPr>
          <a:xfrm>
            <a:off x="122870" y="5782967"/>
            <a:ext cx="4683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F15F2-9F37-3D33-CAA7-F642B39E447F}"/>
              </a:ext>
            </a:extLst>
          </p:cNvPr>
          <p:cNvSpPr txBox="1"/>
          <p:nvPr/>
        </p:nvSpPr>
        <p:spPr>
          <a:xfrm>
            <a:off x="11548533" y="5782967"/>
            <a:ext cx="6928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100%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5100E6-1ACD-E297-2708-A63FC20F9457}"/>
              </a:ext>
            </a:extLst>
          </p:cNvPr>
          <p:cNvSpPr txBox="1"/>
          <p:nvPr/>
        </p:nvSpPr>
        <p:spPr>
          <a:xfrm>
            <a:off x="5861800" y="5815121"/>
            <a:ext cx="4683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 dirty="0">
                <a:latin typeface="HY견고딕" panose="02030600000101010101" pitchFamily="18" charset="-127"/>
                <a:ea typeface="HY견고딕" panose="02030600000101010101" pitchFamily="18" charset="-127"/>
              </a:rPr>
              <a:t>90%</a:t>
            </a:r>
            <a:endParaRPr lang="ko-KR" altLang="en-US" sz="10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3" name="내용 개체 틀 12">
            <a:extLst>
              <a:ext uri="{FF2B5EF4-FFF2-40B4-BE49-F238E27FC236}">
                <a16:creationId xmlns:a16="http://schemas.microsoft.com/office/drawing/2014/main" id="{99928BF1-CBBE-2C36-C5FA-A5EC02D9A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029196"/>
            <a:ext cx="7689210" cy="1229590"/>
          </a:xfrm>
        </p:spPr>
        <p:txBody>
          <a:bodyPr>
            <a:normAutofit/>
          </a:bodyPr>
          <a:lstStyle/>
          <a:p>
            <a:r>
              <a:rPr lang="en-US" altLang="ko-KR" dirty="0"/>
              <a:t>WQFS </a:t>
            </a:r>
            <a:r>
              <a:rPr lang="ko-KR" altLang="en-US" dirty="0"/>
              <a:t>이벤트 발생 동적화</a:t>
            </a:r>
            <a:endParaRPr lang="en-US" altLang="ko-KR" dirty="0"/>
          </a:p>
          <a:p>
            <a:pPr lvl="1"/>
            <a:r>
              <a:rPr lang="ko-KR" altLang="en-US" dirty="0"/>
              <a:t>고정적으로 발생하는 이벤트 시간을 </a:t>
            </a:r>
            <a:r>
              <a:rPr lang="ko-KR" altLang="en-US" dirty="0" err="1"/>
              <a:t>동적화하여</a:t>
            </a:r>
            <a:r>
              <a:rPr lang="ko-KR" altLang="en-US" dirty="0"/>
              <a:t> 예측하기 </a:t>
            </a:r>
            <a:br>
              <a:rPr lang="en-US" altLang="ko-KR" dirty="0"/>
            </a:br>
            <a:r>
              <a:rPr lang="ko-KR" altLang="en-US" dirty="0"/>
              <a:t>힘들게 함</a:t>
            </a:r>
            <a:endParaRPr lang="en-US" altLang="ko-KR" dirty="0"/>
          </a:p>
        </p:txBody>
      </p:sp>
      <p:pic>
        <p:nvPicPr>
          <p:cNvPr id="9" name="그림 8" descr="텍스트, 폰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9C6A8B9-B519-CC23-2A1A-E61D57F4EF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3147" y="2495620"/>
            <a:ext cx="6698562" cy="1290094"/>
          </a:xfrm>
          <a:prstGeom prst="rect">
            <a:avLst/>
          </a:prstGeom>
        </p:spPr>
      </p:pic>
      <p:pic>
        <p:nvPicPr>
          <p:cNvPr id="14" name="그림 13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CCB4BE5-633E-F42E-81A9-25454B6DCD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247" y="4056744"/>
            <a:ext cx="6698562" cy="15579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89062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335E72-8051-A7E9-CFAC-081FE4784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BF8712C1-C73F-973D-1BC5-1DE8BDB953DA}"/>
              </a:ext>
            </a:extLst>
          </p:cNvPr>
          <p:cNvSpPr/>
          <p:nvPr/>
        </p:nvSpPr>
        <p:spPr>
          <a:xfrm>
            <a:off x="609599" y="5840557"/>
            <a:ext cx="8098972" cy="192595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EA60A11-56AC-A912-8687-E96828AB49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진행 상황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E67F79-FBF8-5F90-4229-38F2DC9058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7</a:t>
            </a:fld>
            <a:r>
              <a:rPr lang="en-US" altLang="ko-KR" dirty="0"/>
              <a:t>/8</a:t>
            </a:r>
            <a:endParaRPr lang="ko-KR" altLang="en-US" dirty="0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662FEB88-578D-304F-FCA5-66C39121643A}"/>
              </a:ext>
            </a:extLst>
          </p:cNvPr>
          <p:cNvSpPr/>
          <p:nvPr/>
        </p:nvSpPr>
        <p:spPr>
          <a:xfrm>
            <a:off x="609600" y="5840557"/>
            <a:ext cx="10972800" cy="192595"/>
          </a:xfrm>
          <a:prstGeom prst="roundRect">
            <a:avLst>
              <a:gd name="adj" fmla="val 50000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AA9D58-5839-BFDB-F5D0-ADC7078BBC84}"/>
              </a:ext>
            </a:extLst>
          </p:cNvPr>
          <p:cNvSpPr txBox="1"/>
          <p:nvPr/>
        </p:nvSpPr>
        <p:spPr>
          <a:xfrm>
            <a:off x="122870" y="5782967"/>
            <a:ext cx="4683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2FDA33F-39CC-2EC2-43EA-FE60BE3F9638}"/>
              </a:ext>
            </a:extLst>
          </p:cNvPr>
          <p:cNvSpPr txBox="1"/>
          <p:nvPr/>
        </p:nvSpPr>
        <p:spPr>
          <a:xfrm>
            <a:off x="11548533" y="5782967"/>
            <a:ext cx="6928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100%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7C55E8B-4935-1F2B-2D22-69087A9C1511}"/>
              </a:ext>
            </a:extLst>
          </p:cNvPr>
          <p:cNvSpPr txBox="1"/>
          <p:nvPr/>
        </p:nvSpPr>
        <p:spPr>
          <a:xfrm>
            <a:off x="5861800" y="5815121"/>
            <a:ext cx="4683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 dirty="0">
                <a:latin typeface="HY견고딕" panose="02030600000101010101" pitchFamily="18" charset="-127"/>
                <a:ea typeface="HY견고딕" panose="02030600000101010101" pitchFamily="18" charset="-127"/>
              </a:rPr>
              <a:t>90%</a:t>
            </a:r>
            <a:endParaRPr lang="ko-KR" altLang="en-US" sz="10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3" name="내용 개체 틀 12">
            <a:extLst>
              <a:ext uri="{FF2B5EF4-FFF2-40B4-BE49-F238E27FC236}">
                <a16:creationId xmlns:a16="http://schemas.microsoft.com/office/drawing/2014/main" id="{8EC9A4AF-A59C-36E7-9BC1-8EB9665C73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029195"/>
            <a:ext cx="7689210" cy="1523505"/>
          </a:xfrm>
        </p:spPr>
        <p:txBody>
          <a:bodyPr>
            <a:normAutofit/>
          </a:bodyPr>
          <a:lstStyle/>
          <a:p>
            <a:r>
              <a:rPr lang="en-US" altLang="ko-KR" dirty="0"/>
              <a:t>WQFS </a:t>
            </a:r>
            <a:r>
              <a:rPr lang="ko-KR" altLang="en-US" dirty="0"/>
              <a:t>서브 타입</a:t>
            </a:r>
            <a:endParaRPr lang="en-US" altLang="ko-KR" dirty="0"/>
          </a:p>
          <a:p>
            <a:pPr lvl="1"/>
            <a:r>
              <a:rPr lang="ko-KR" altLang="en-US" dirty="0"/>
              <a:t>개발자가 정의 타입</a:t>
            </a:r>
            <a:r>
              <a:rPr lang="en-US" altLang="ko-KR" dirty="0"/>
              <a:t>, </a:t>
            </a:r>
            <a:r>
              <a:rPr lang="ko-KR" altLang="en-US" dirty="0"/>
              <a:t>필요 시 개발자가 원하는 형태로 </a:t>
            </a:r>
            <a:br>
              <a:rPr lang="en-US" altLang="ko-KR" dirty="0"/>
            </a:br>
            <a:r>
              <a:rPr lang="ko-KR" altLang="en-US" dirty="0"/>
              <a:t>사용 가능</a:t>
            </a:r>
            <a:endParaRPr lang="en-US" altLang="ko-KR" dirty="0"/>
          </a:p>
          <a:p>
            <a:pPr lvl="1"/>
            <a:r>
              <a:rPr lang="ko-KR" altLang="en-US" dirty="0"/>
              <a:t>예</a:t>
            </a:r>
            <a:r>
              <a:rPr lang="en-US" altLang="ko-KR" dirty="0"/>
              <a:t>) </a:t>
            </a:r>
            <a:r>
              <a:rPr lang="en-US" altLang="ko-KR" dirty="0" err="1"/>
              <a:t>LevelGenerator</a:t>
            </a:r>
            <a:r>
              <a:rPr lang="ko-KR" altLang="en-US" dirty="0"/>
              <a:t>에서 이벤트 위치 동기화</a:t>
            </a:r>
            <a:endParaRPr lang="en-US" altLang="ko-KR" dirty="0"/>
          </a:p>
        </p:txBody>
      </p:sp>
      <p:pic>
        <p:nvPicPr>
          <p:cNvPr id="5" name="그림 4" descr="의류, 패브릭, 패턴, 예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874F83F-E254-0185-F0CC-42DC8CB4C7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00" r="17101" b="7875"/>
          <a:stretch>
            <a:fillRect/>
          </a:stretch>
        </p:blipFill>
        <p:spPr>
          <a:xfrm>
            <a:off x="7962901" y="2006169"/>
            <a:ext cx="3563862" cy="3718810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5753063B-7040-45FC-25B6-62E97BE4A854}"/>
              </a:ext>
            </a:extLst>
          </p:cNvPr>
          <p:cNvSpPr/>
          <p:nvPr/>
        </p:nvSpPr>
        <p:spPr>
          <a:xfrm>
            <a:off x="11004242" y="2024122"/>
            <a:ext cx="210136" cy="29340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03851CC-38EF-57A8-F905-6A72442466C6}"/>
              </a:ext>
            </a:extLst>
          </p:cNvPr>
          <p:cNvSpPr/>
          <p:nvPr/>
        </p:nvSpPr>
        <p:spPr>
          <a:xfrm>
            <a:off x="10251313" y="3281114"/>
            <a:ext cx="210136" cy="29340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73CBFDD7-B238-0455-CCD9-150BDF45BB1F}"/>
              </a:ext>
            </a:extLst>
          </p:cNvPr>
          <p:cNvSpPr/>
          <p:nvPr/>
        </p:nvSpPr>
        <p:spPr>
          <a:xfrm>
            <a:off x="9499442" y="5118986"/>
            <a:ext cx="210136" cy="29340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" name="그림 19" descr="텍스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8FDD430-1B69-5A27-20D3-A26B6FC838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156" y="3375561"/>
            <a:ext cx="5331416" cy="2381968"/>
          </a:xfrm>
          <a:prstGeom prst="rect">
            <a:avLst/>
          </a:prstGeom>
        </p:spPr>
      </p:pic>
      <p:pic>
        <p:nvPicPr>
          <p:cNvPr id="22" name="그림 21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9BFE86B-DABF-6FA3-B3BE-85020356B93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156" y="2438910"/>
            <a:ext cx="4765415" cy="935675"/>
          </a:xfrm>
          <a:prstGeom prst="rect">
            <a:avLst/>
          </a:prstGeom>
        </p:spPr>
      </p:pic>
      <p:sp>
        <p:nvSpPr>
          <p:cNvPr id="23" name="직사각형 22">
            <a:extLst>
              <a:ext uri="{FF2B5EF4-FFF2-40B4-BE49-F238E27FC236}">
                <a16:creationId xmlns:a16="http://schemas.microsoft.com/office/drawing/2014/main" id="{AC3E693B-9C03-29CD-96FA-8617DA4EAE10}"/>
              </a:ext>
            </a:extLst>
          </p:cNvPr>
          <p:cNvSpPr/>
          <p:nvPr/>
        </p:nvSpPr>
        <p:spPr>
          <a:xfrm>
            <a:off x="4743450" y="2438910"/>
            <a:ext cx="1118350" cy="196818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altLang="ko-KR" dirty="0"/>
              <a:t>. . .</a:t>
            </a:r>
            <a:endParaRPr lang="ko-KR" altLang="en-US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8B9EDEB0-AD31-2721-77AA-577BDED438D9}"/>
              </a:ext>
            </a:extLst>
          </p:cNvPr>
          <p:cNvSpPr/>
          <p:nvPr/>
        </p:nvSpPr>
        <p:spPr>
          <a:xfrm>
            <a:off x="5129679" y="2620009"/>
            <a:ext cx="732121" cy="196818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altLang="ko-KR" dirty="0"/>
              <a:t>. . .</a:t>
            </a:r>
            <a:endParaRPr lang="ko-KR" altLang="en-US" dirty="0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9C95E6AC-98B2-5997-70B6-A462F764037E}"/>
              </a:ext>
            </a:extLst>
          </p:cNvPr>
          <p:cNvSpPr/>
          <p:nvPr/>
        </p:nvSpPr>
        <p:spPr>
          <a:xfrm>
            <a:off x="5165270" y="3178255"/>
            <a:ext cx="696529" cy="196818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altLang="ko-KR" dirty="0"/>
              <a:t>. . .</a:t>
            </a:r>
            <a:endParaRPr lang="ko-KR" altLang="en-US" dirty="0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F1EFE6F-FDC7-0509-B17C-FC6F970A0051}"/>
              </a:ext>
            </a:extLst>
          </p:cNvPr>
          <p:cNvSpPr/>
          <p:nvPr/>
        </p:nvSpPr>
        <p:spPr>
          <a:xfrm>
            <a:off x="5302626" y="2808338"/>
            <a:ext cx="559174" cy="196818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altLang="ko-KR" dirty="0"/>
              <a:t>. . .</a:t>
            </a:r>
            <a:endParaRPr lang="ko-KR" altLang="en-US" dirty="0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DE4D020F-E699-BC39-2E51-E4C13E0B1B63}"/>
              </a:ext>
            </a:extLst>
          </p:cNvPr>
          <p:cNvSpPr/>
          <p:nvPr/>
        </p:nvSpPr>
        <p:spPr>
          <a:xfrm>
            <a:off x="5328556" y="3005156"/>
            <a:ext cx="533243" cy="196818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altLang="ko-KR" dirty="0"/>
              <a:t>. . .</a:t>
            </a:r>
            <a:endParaRPr lang="ko-KR" altLang="en-US" dirty="0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4A86DC2B-0F56-9B46-F24D-BA078DA8BD64}"/>
              </a:ext>
            </a:extLst>
          </p:cNvPr>
          <p:cNvSpPr/>
          <p:nvPr/>
        </p:nvSpPr>
        <p:spPr>
          <a:xfrm>
            <a:off x="3621074" y="2441630"/>
            <a:ext cx="158990" cy="17837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9A45B5AD-96B9-723A-172F-71FE4D438D95}"/>
              </a:ext>
            </a:extLst>
          </p:cNvPr>
          <p:cNvSpPr/>
          <p:nvPr/>
        </p:nvSpPr>
        <p:spPr>
          <a:xfrm>
            <a:off x="3837711" y="2620009"/>
            <a:ext cx="158990" cy="17837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94BC2420-49CF-ADEA-C0C6-EA3AA4135539}"/>
              </a:ext>
            </a:extLst>
          </p:cNvPr>
          <p:cNvSpPr/>
          <p:nvPr/>
        </p:nvSpPr>
        <p:spPr>
          <a:xfrm>
            <a:off x="3996701" y="2798388"/>
            <a:ext cx="158990" cy="17837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641E401F-7FAE-E171-59DF-366A55482258}"/>
              </a:ext>
            </a:extLst>
          </p:cNvPr>
          <p:cNvSpPr/>
          <p:nvPr/>
        </p:nvSpPr>
        <p:spPr>
          <a:xfrm>
            <a:off x="4060579" y="2997296"/>
            <a:ext cx="158990" cy="17837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2465F2E0-A68B-9C3A-7444-1C891BC087CB}"/>
              </a:ext>
            </a:extLst>
          </p:cNvPr>
          <p:cNvSpPr/>
          <p:nvPr/>
        </p:nvSpPr>
        <p:spPr>
          <a:xfrm>
            <a:off x="3837251" y="3175675"/>
            <a:ext cx="158990" cy="17837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88238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83A040-B2A1-E2AF-B681-7701D5AE3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추후 일정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941A029-9DC5-82C0-FE68-969A994C2F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29195"/>
            <a:ext cx="10515600" cy="3991616"/>
          </a:xfrm>
        </p:spPr>
        <p:txBody>
          <a:bodyPr>
            <a:normAutofit/>
          </a:bodyPr>
          <a:lstStyle/>
          <a:p>
            <a:r>
              <a:rPr lang="ko-KR" altLang="en-US" dirty="0"/>
              <a:t>현재 구현된 기본 정적</a:t>
            </a:r>
            <a:r>
              <a:rPr lang="en-US" altLang="ko-KR" dirty="0"/>
              <a:t>, </a:t>
            </a:r>
            <a:r>
              <a:rPr lang="ko-KR" altLang="en-US" dirty="0"/>
              <a:t>동적 이벤트를 기반으로 </a:t>
            </a:r>
            <a:br>
              <a:rPr lang="en-US" altLang="ko-KR" dirty="0"/>
            </a:br>
            <a:r>
              <a:rPr lang="ko-KR" altLang="en-US" dirty="0"/>
              <a:t>태풍</a:t>
            </a:r>
            <a:r>
              <a:rPr lang="en-US" altLang="ko-KR" dirty="0"/>
              <a:t> </a:t>
            </a:r>
            <a:r>
              <a:rPr lang="ko-KR" altLang="en-US" dirty="0"/>
              <a:t>등 다양한 이벤트를 구현할 수 있게 기능 추가 및 테스트</a:t>
            </a:r>
            <a:endParaRPr lang="en-US" altLang="ko-KR" dirty="0"/>
          </a:p>
          <a:p>
            <a:r>
              <a:rPr lang="en-US" altLang="ko-KR" dirty="0"/>
              <a:t>NPC, </a:t>
            </a:r>
            <a:r>
              <a:rPr lang="ko-KR" altLang="en-US" dirty="0"/>
              <a:t>기타 </a:t>
            </a:r>
            <a:r>
              <a:rPr lang="en-US" altLang="ko-KR" dirty="0"/>
              <a:t>UI </a:t>
            </a:r>
            <a:r>
              <a:rPr lang="ko-KR" altLang="en-US" dirty="0"/>
              <a:t>요소나 오브젝트 등의 </a:t>
            </a:r>
            <a:r>
              <a:rPr lang="ko-KR" altLang="en-US" dirty="0" err="1"/>
              <a:t>스프라이트</a:t>
            </a:r>
            <a:r>
              <a:rPr lang="ko-KR" altLang="en-US" dirty="0"/>
              <a:t> 제작</a:t>
            </a:r>
            <a:endParaRPr lang="en-US" altLang="ko-KR" dirty="0"/>
          </a:p>
          <a:p>
            <a:r>
              <a:rPr lang="ko-KR" altLang="en-US" dirty="0"/>
              <a:t>배경음악</a:t>
            </a:r>
            <a:r>
              <a:rPr lang="en-US" altLang="ko-KR" dirty="0"/>
              <a:t>, </a:t>
            </a:r>
            <a:r>
              <a:rPr lang="ko-KR" altLang="en-US" dirty="0"/>
              <a:t>사운드 이펙트 찾기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CCF8C7F-202A-46D4-1C03-9A2E6985A1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8</a:t>
            </a:fld>
            <a:r>
              <a:rPr lang="en-US" altLang="ko-KR" dirty="0"/>
              <a:t>/7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68122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1256</TotalTime>
  <Words>214</Words>
  <Application>Microsoft Office PowerPoint</Application>
  <PresentationFormat>와이드스크린</PresentationFormat>
  <Paragraphs>61</Paragraphs>
  <Slides>8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2" baseType="lpstr">
      <vt:lpstr>HY견고딕</vt:lpstr>
      <vt:lpstr>맑은 고딕</vt:lpstr>
      <vt:lpstr>Arial</vt:lpstr>
      <vt:lpstr>Office 테마</vt:lpstr>
      <vt:lpstr>WQFS</vt:lpstr>
      <vt:lpstr>진행 상황</vt:lpstr>
      <vt:lpstr>진행 상황</vt:lpstr>
      <vt:lpstr>진행 상황</vt:lpstr>
      <vt:lpstr>진행 상황</vt:lpstr>
      <vt:lpstr>진행 상황</vt:lpstr>
      <vt:lpstr>진행 상황</vt:lpstr>
      <vt:lpstr>추후 일정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Ren Oobayashi</dc:creator>
  <cp:lastModifiedBy>Ren Oobayashi</cp:lastModifiedBy>
  <cp:revision>205</cp:revision>
  <dcterms:created xsi:type="dcterms:W3CDTF">2025-08-27T12:40:34Z</dcterms:created>
  <dcterms:modified xsi:type="dcterms:W3CDTF">2025-11-25T06:14:31Z</dcterms:modified>
</cp:coreProperties>
</file>
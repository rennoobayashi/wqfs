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9" r:id="rId3"/>
    <p:sldId id="264" r:id="rId4"/>
    <p:sldId id="265" r:id="rId5"/>
    <p:sldId id="267" r:id="rId6"/>
    <p:sldId id="268" r:id="rId7"/>
    <p:sldId id="263" r:id="rId8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7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(7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정적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위치 고정</a:t>
            </a:r>
            <a:r>
              <a:rPr lang="en-US" altLang="ko-KR" dirty="0"/>
              <a:t>, </a:t>
            </a:r>
            <a:r>
              <a:rPr lang="ko-KR" altLang="en-US" dirty="0"/>
              <a:t>긴 대기시간과 이벤트 지속 시간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6F2CDF-EBA2-817B-CA5A-7CEB14A6673F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  <p:pic>
        <p:nvPicPr>
          <p:cNvPr id="9" name="그림 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11A1B7-36D4-BCAC-B824-F4EB7C9BF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05" y="2155365"/>
            <a:ext cx="4785664" cy="3158455"/>
          </a:xfrm>
          <a:prstGeom prst="rect">
            <a:avLst/>
          </a:prstGeom>
        </p:spPr>
      </p:pic>
      <p:pic>
        <p:nvPicPr>
          <p:cNvPr id="3" name="그림 2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F7C3ED-5FAB-8778-CAF7-BCE24FFFB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39" y="2534862"/>
            <a:ext cx="5535336" cy="311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0C6AE-0390-95EB-6FD4-B4142E4E2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94B8621-61F1-6CAB-3A8A-19C0FEECA390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7DFDC96-DB42-B622-721B-2DA4CF8C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CD6328-4B9D-296E-03E8-035AD576B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07610D66-F931-8A4B-2E4D-6149B2EC6D9E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C4CC94-3937-3F19-57A3-9A5112D4D4C8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62D65-5FB2-3719-F204-561E9897448E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D0E7E1-A7A2-73D6-CC22-1C812C757C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6837D3C-DC20-36D5-050D-54BD0AC0B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6"/>
            <a:ext cx="7357844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</a:t>
            </a:r>
          </a:p>
          <a:p>
            <a:pPr lvl="1"/>
            <a:r>
              <a:rPr lang="ko-KR" altLang="en-US" dirty="0"/>
              <a:t>동적 기본 이벤트 구현</a:t>
            </a:r>
            <a:endParaRPr lang="en-US" altLang="ko-KR" dirty="0"/>
          </a:p>
          <a:p>
            <a:pPr lvl="1"/>
            <a:r>
              <a:rPr lang="ko-KR" altLang="en-US" dirty="0"/>
              <a:t>계속 위치 변경</a:t>
            </a:r>
            <a:r>
              <a:rPr lang="en-US" altLang="ko-KR" dirty="0"/>
              <a:t>, </a:t>
            </a:r>
            <a:r>
              <a:rPr lang="ko-KR" altLang="en-US" dirty="0"/>
              <a:t>짧은 대기시간과 이벤트 지속 시간</a:t>
            </a:r>
            <a:endParaRPr lang="en-US" altLang="ko-KR" dirty="0"/>
          </a:p>
        </p:txBody>
      </p:sp>
      <p:pic>
        <p:nvPicPr>
          <p:cNvPr id="5" name="그림 4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FDE0923-4D64-BAA0-095B-0CE54E0DE5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39" y="2534862"/>
            <a:ext cx="5535336" cy="31136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25A6DD-AEF3-6BC3-109B-31104D2DB37E}"/>
              </a:ext>
            </a:extLst>
          </p:cNvPr>
          <p:cNvSpPr txBox="1"/>
          <p:nvPr/>
        </p:nvSpPr>
        <p:spPr>
          <a:xfrm>
            <a:off x="1832184" y="5313820"/>
            <a:ext cx="2971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번갈아가며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타이머 실행</a:t>
            </a:r>
          </a:p>
        </p:txBody>
      </p:sp>
      <p:pic>
        <p:nvPicPr>
          <p:cNvPr id="9" name="그림 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42A091-371D-F56F-3B89-54E1356EEB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05" y="2155365"/>
            <a:ext cx="4785664" cy="315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4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ABA41CBA-A525-4832-634B-5EBC878DA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438" y="5034142"/>
            <a:ext cx="4380692" cy="467794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172239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타이머</a:t>
            </a:r>
            <a:endParaRPr lang="en-US" altLang="ko-KR" dirty="0"/>
          </a:p>
          <a:p>
            <a:pPr lvl="1"/>
            <a:r>
              <a:rPr lang="ko-KR" altLang="en-US" dirty="0"/>
              <a:t>이벤트 지속시간 및 대기시간</a:t>
            </a:r>
            <a:r>
              <a:rPr lang="en-US" altLang="ko-KR" dirty="0"/>
              <a:t>, </a:t>
            </a:r>
            <a:r>
              <a:rPr lang="ko-KR" altLang="en-US" dirty="0"/>
              <a:t>퀘스트 생성 딜레이 모니터링</a:t>
            </a:r>
            <a:endParaRPr lang="en-US" altLang="ko-KR" dirty="0"/>
          </a:p>
          <a:p>
            <a:pPr lvl="1"/>
            <a:r>
              <a:rPr lang="ko-KR" altLang="en-US" dirty="0"/>
              <a:t>각 객체는 각자 내부적으로 타이머를 가짐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36A672C-C491-E505-62F0-4B256CE4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9493" r="78155" b="-41317"/>
          <a:stretch>
            <a:fillRect/>
          </a:stretch>
        </p:blipFill>
        <p:spPr>
          <a:xfrm>
            <a:off x="199677" y="5034878"/>
            <a:ext cx="4550148" cy="68789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5E3D4B-C384-ED19-4581-7857AE1A639E}"/>
              </a:ext>
            </a:extLst>
          </p:cNvPr>
          <p:cNvSpPr/>
          <p:nvPr/>
        </p:nvSpPr>
        <p:spPr>
          <a:xfrm>
            <a:off x="4749825" y="5034877"/>
            <a:ext cx="3308382" cy="469867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912EE3-7BC1-95DB-15C0-FF74546F33F0}"/>
              </a:ext>
            </a:extLst>
          </p:cNvPr>
          <p:cNvSpPr txBox="1"/>
          <p:nvPr/>
        </p:nvSpPr>
        <p:spPr>
          <a:xfrm>
            <a:off x="3288947" y="4651853"/>
            <a:ext cx="1034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타이머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3CE46E-638A-FA57-A4F4-3C3EAB6E8FF6}"/>
              </a:ext>
            </a:extLst>
          </p:cNvPr>
          <p:cNvSpPr txBox="1"/>
          <p:nvPr/>
        </p:nvSpPr>
        <p:spPr>
          <a:xfrm>
            <a:off x="7359485" y="4651853"/>
            <a:ext cx="1397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시간 리셋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939464-1997-9DC6-1B9A-CE8801FDDD38}"/>
              </a:ext>
            </a:extLst>
          </p:cNvPr>
          <p:cNvSpPr/>
          <p:nvPr/>
        </p:nvSpPr>
        <p:spPr>
          <a:xfrm>
            <a:off x="9991289" y="5034877"/>
            <a:ext cx="1453294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FED5EF9-F81F-5E4A-F182-8C1D0527567C}"/>
              </a:ext>
            </a:extLst>
          </p:cNvPr>
          <p:cNvSpPr/>
          <p:nvPr/>
        </p:nvSpPr>
        <p:spPr>
          <a:xfrm>
            <a:off x="10440100" y="5275611"/>
            <a:ext cx="1453294" cy="21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788615-2182-3932-CA5E-442DFB399095}"/>
              </a:ext>
            </a:extLst>
          </p:cNvPr>
          <p:cNvSpPr txBox="1"/>
          <p:nvPr/>
        </p:nvSpPr>
        <p:spPr>
          <a:xfrm>
            <a:off x="9102055" y="5487985"/>
            <a:ext cx="313929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대기 시간</a:t>
            </a:r>
            <a:r>
              <a:rPr lang="en-US" altLang="ko-KR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지속 시간</a:t>
            </a:r>
            <a:r>
              <a:rPr lang="en-US" altLang="ko-KR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latin typeface="HY견고딕" panose="02030600000101010101" pitchFamily="18" charset="-127"/>
                <a:ea typeface="HY견고딕" panose="02030600000101010101" pitchFamily="18" charset="-127"/>
              </a:rPr>
              <a:t>충돌 딜레이</a:t>
            </a:r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60C120-DCA9-5C44-1162-C9EF565B46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400" y="2174017"/>
            <a:ext cx="4037613" cy="2477836"/>
          </a:xfrm>
          <a:prstGeom prst="rect">
            <a:avLst/>
          </a:prstGeom>
        </p:spPr>
      </p:pic>
      <p:pic>
        <p:nvPicPr>
          <p:cNvPr id="15" name="그림 14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68DB4F-77AB-F41D-44EE-DE859BD86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64" y="2174017"/>
            <a:ext cx="4466436" cy="247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689210" cy="1588169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타이머</a:t>
            </a:r>
            <a:endParaRPr lang="en-US" altLang="ko-KR" dirty="0"/>
          </a:p>
          <a:p>
            <a:pPr lvl="1"/>
            <a:r>
              <a:rPr lang="ko-KR" altLang="en-US" dirty="0"/>
              <a:t>메뉴 창을 띄우는 등 시스템이 정지되었을 때 이벤트의 </a:t>
            </a:r>
            <a:br>
              <a:rPr lang="en-US" altLang="ko-KR" dirty="0"/>
            </a:br>
            <a:r>
              <a:rPr lang="ko-KR" altLang="en-US" dirty="0"/>
              <a:t>지속시간</a:t>
            </a:r>
            <a:r>
              <a:rPr lang="en-US" altLang="ko-KR" dirty="0"/>
              <a:t>, </a:t>
            </a:r>
            <a:r>
              <a:rPr lang="ko-KR" altLang="en-US" dirty="0"/>
              <a:t>대기 시간 또한 정지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490C62-9DA8-A290-CDFF-D384C62D6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45" y="2104896"/>
            <a:ext cx="4301990" cy="215773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F9A645-83F8-C1B7-C48A-67AFF5C0FC83}"/>
              </a:ext>
            </a:extLst>
          </p:cNvPr>
          <p:cNvSpPr/>
          <p:nvPr/>
        </p:nvSpPr>
        <p:spPr>
          <a:xfrm>
            <a:off x="3429697" y="4973459"/>
            <a:ext cx="1964424" cy="1719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D61C116-13FC-3406-C86E-968E1AC536FC}"/>
              </a:ext>
            </a:extLst>
          </p:cNvPr>
          <p:cNvSpPr/>
          <p:nvPr/>
        </p:nvSpPr>
        <p:spPr>
          <a:xfrm>
            <a:off x="3429697" y="4327054"/>
            <a:ext cx="1888923" cy="1719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그림 30" descr="텍스트, 그래픽 디자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204988-2D81-36C9-20FD-CF86C41051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7" r="20838"/>
          <a:stretch>
            <a:fillRect/>
          </a:stretch>
        </p:blipFill>
        <p:spPr>
          <a:xfrm>
            <a:off x="8190505" y="955384"/>
            <a:ext cx="3855387" cy="3844798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99F3E725-CDE7-6D3F-66B0-4ACD37354F66}"/>
              </a:ext>
            </a:extLst>
          </p:cNvPr>
          <p:cNvSpPr/>
          <p:nvPr/>
        </p:nvSpPr>
        <p:spPr>
          <a:xfrm>
            <a:off x="2903538" y="3813175"/>
            <a:ext cx="1908175" cy="5998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5D931-CA16-F61B-C144-1625BDB02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17" y="3831054"/>
            <a:ext cx="4982125" cy="195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D7101-A94D-FA2A-44DF-A8CDA63C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E79047F-847B-E030-ABA4-ADF231B7D74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977CAB-612E-B67D-D1BB-B03D0DBE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5C94A7-6A54-75E7-B945-2D0F851A4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/7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D7D127B-4BF7-C6F3-F2B3-BAF326B09F60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A5F220-07F6-F553-6B35-B0B43CC2F45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3954D6-6963-8B85-A42F-CBD274F8D962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B7AB3C-6DDE-9F00-CFC4-F8A91CC21121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78%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D8422A8-5432-B29C-8B7C-24F2181A2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172239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이벤트</a:t>
            </a:r>
            <a:endParaRPr lang="en-US" altLang="ko-KR" dirty="0"/>
          </a:p>
          <a:p>
            <a:pPr lvl="1"/>
            <a:r>
              <a:rPr lang="ko-KR" altLang="en-US" dirty="0"/>
              <a:t>정적 이벤트와</a:t>
            </a:r>
            <a:r>
              <a:rPr lang="en-US" altLang="ko-KR" dirty="0"/>
              <a:t> </a:t>
            </a:r>
            <a:r>
              <a:rPr lang="ko-KR" altLang="en-US" dirty="0"/>
              <a:t>충돌 딜레이를 이용하여 산사태 이벤트 구현</a:t>
            </a:r>
            <a:endParaRPr lang="en-US" altLang="ko-KR" dirty="0"/>
          </a:p>
          <a:p>
            <a:pPr lvl="1"/>
            <a:r>
              <a:rPr lang="ko-KR" altLang="en-US" sz="1500" dirty="0"/>
              <a:t>시스템은 객체와 충돌</a:t>
            </a:r>
            <a:r>
              <a:rPr lang="en-US" altLang="ko-KR" sz="1500" dirty="0"/>
              <a:t>,</a:t>
            </a:r>
            <a:r>
              <a:rPr lang="ko-KR" altLang="en-US" sz="1500" dirty="0"/>
              <a:t> 타이머</a:t>
            </a:r>
            <a:r>
              <a:rPr lang="en-US" altLang="ko-KR" sz="1500" dirty="0"/>
              <a:t>, </a:t>
            </a:r>
            <a:r>
              <a:rPr lang="ko-KR" altLang="en-US" sz="1500" dirty="0"/>
              <a:t>퀘스트 생성 및 완료만 제공하므로 </a:t>
            </a:r>
            <a:r>
              <a:rPr lang="en-US" altLang="ko-KR" sz="1500" dirty="0" err="1"/>
              <a:t>ParticleGenerator</a:t>
            </a:r>
            <a:r>
              <a:rPr lang="ko-KR" altLang="en-US" sz="1500" dirty="0"/>
              <a:t>나 렌더링은 개발자가 따로 구현 필요</a:t>
            </a:r>
            <a:endParaRPr lang="en-US" altLang="ko-KR" sz="1500" dirty="0"/>
          </a:p>
        </p:txBody>
      </p:sp>
      <p:pic>
        <p:nvPicPr>
          <p:cNvPr id="9" name="그림 8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A8EABB-C722-8540-910D-02FE39D21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45" r="20954"/>
          <a:stretch>
            <a:fillRect/>
          </a:stretch>
        </p:blipFill>
        <p:spPr>
          <a:xfrm>
            <a:off x="7956959" y="1865118"/>
            <a:ext cx="3591574" cy="3594651"/>
          </a:xfrm>
          <a:prstGeom prst="rect">
            <a:avLst/>
          </a:prstGeom>
        </p:spPr>
      </p:pic>
      <p:pic>
        <p:nvPicPr>
          <p:cNvPr id="11" name="그림 10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0109D5-928F-9E15-731C-CFB7FEA351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69" y="2427771"/>
            <a:ext cx="7336183" cy="30895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A2E7ED7-3B8B-8D89-4085-F6162B89189E}"/>
              </a:ext>
            </a:extLst>
          </p:cNvPr>
          <p:cNvSpPr txBox="1"/>
          <p:nvPr/>
        </p:nvSpPr>
        <p:spPr>
          <a:xfrm>
            <a:off x="8086264" y="5452091"/>
            <a:ext cx="3332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낙석 생성과 충돌시작 시간의 차이</a:t>
            </a:r>
          </a:p>
        </p:txBody>
      </p:sp>
    </p:spTree>
    <p:extLst>
      <p:ext uri="{BB962C8B-B14F-4D97-AF65-F5344CB8AC3E}">
        <p14:creationId xmlns:p14="http://schemas.microsoft.com/office/powerpoint/2010/main" val="266898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, </a:t>
            </a:r>
            <a:r>
              <a:rPr lang="ko-KR" altLang="en-US" dirty="0"/>
              <a:t>쓰나미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시스템이 자체 충돌체크와 퀘스트 생성 및 완료를 지원하지만 </a:t>
            </a:r>
            <a:br>
              <a:rPr lang="en-US" altLang="ko-KR" dirty="0"/>
            </a:br>
            <a:r>
              <a:rPr lang="ko-KR" altLang="en-US" dirty="0"/>
              <a:t>낙석 생성 같은 </a:t>
            </a:r>
            <a:r>
              <a:rPr lang="ko-KR" altLang="en-US" dirty="0" err="1"/>
              <a:t>랜더</a:t>
            </a:r>
            <a:r>
              <a:rPr lang="ko-KR" altLang="en-US" dirty="0"/>
              <a:t> 요소이나 이동 등 요소는 개발자가 직접 구현해 제어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현재 구현된 구출 퀘스트 외</a:t>
            </a:r>
            <a:r>
              <a:rPr lang="en-US" altLang="ko-KR" dirty="0"/>
              <a:t>, </a:t>
            </a:r>
            <a:r>
              <a:rPr lang="ko-KR" altLang="en-US" dirty="0"/>
              <a:t>장애물 제거</a:t>
            </a:r>
            <a:r>
              <a:rPr lang="en-US" altLang="ko-KR" dirty="0"/>
              <a:t>, </a:t>
            </a:r>
            <a:r>
              <a:rPr lang="ko-KR" altLang="en-US" dirty="0"/>
              <a:t>도둑 맞는 물건 되찾기 등 </a:t>
            </a:r>
            <a:br>
              <a:rPr lang="en-US" altLang="ko-KR" dirty="0"/>
            </a:br>
            <a:r>
              <a:rPr lang="ko-KR" altLang="en-US" dirty="0"/>
              <a:t>다양한 퀘스트 제작 및 상호작용한 이벤트에 따라 </a:t>
            </a:r>
            <a:br>
              <a:rPr lang="en-US" altLang="ko-KR" dirty="0"/>
            </a:br>
            <a:r>
              <a:rPr lang="ko-KR" altLang="en-US" dirty="0"/>
              <a:t>알맞은 퀘스트 생성 로직 구현</a:t>
            </a:r>
            <a:endParaRPr lang="en-US" altLang="ko-KR" dirty="0"/>
          </a:p>
          <a:p>
            <a:r>
              <a:rPr lang="ko-KR" altLang="en-US" dirty="0"/>
              <a:t>퀘스트 목록 같은 </a:t>
            </a:r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</a:t>
            </a:r>
            <a:br>
              <a:rPr lang="en-US" altLang="ko-KR" dirty="0"/>
            </a:br>
            <a:r>
              <a:rPr lang="ko-KR" altLang="en-US" dirty="0"/>
              <a:t>문자열 형태로 반환하는 메소드 작성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286</Words>
  <Application>Microsoft Office PowerPoint</Application>
  <PresentationFormat>와이드스크린</PresentationFormat>
  <Paragraphs>60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166</cp:revision>
  <dcterms:created xsi:type="dcterms:W3CDTF">2025-08-27T12:40:34Z</dcterms:created>
  <dcterms:modified xsi:type="dcterms:W3CDTF">2025-11-11T01:37:08Z</dcterms:modified>
</cp:coreProperties>
</file>
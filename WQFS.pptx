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9" r:id="rId3"/>
    <p:sldId id="265" r:id="rId4"/>
    <p:sldId id="270" r:id="rId5"/>
    <p:sldId id="267" r:id="rId6"/>
    <p:sldId id="263" r:id="rId7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8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6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>
                <a:latin typeface="HY견고딕" panose="02030600000101010101" pitchFamily="18" charset="-127"/>
                <a:ea typeface="HY견고딕" panose="02030600000101010101" pitchFamily="18" charset="-127"/>
              </a:rPr>
              <a:t>(9</a:t>
            </a:r>
            <a:r>
              <a:rPr lang="ko-KR" altLang="en-US" sz="220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4D7E-553C-C0DF-F6A2-E01B4B20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DF499C5-1587-5788-A0DC-3371E7CAAAA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08A58DB-F0DE-C5B1-CB0C-31D9A99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CB1A-B85F-7ED5-8585-C0D921490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D4EDA68-3964-D89E-8528-4F1A9F9D37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394544-8D6B-E8B0-57AB-03D864D536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DAEA3-5323-6605-E212-0E6E55D9C63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17279C-B351-5FB2-A632-4266812EE96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85%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05D53968-ED29-002D-5645-B1969B15F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9203871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목록</a:t>
            </a:r>
            <a:endParaRPr lang="en-US" altLang="ko-KR" dirty="0"/>
          </a:p>
          <a:p>
            <a:pPr lvl="1"/>
            <a:r>
              <a:rPr lang="en-US" altLang="ko-KR" dirty="0"/>
              <a:t>UI</a:t>
            </a:r>
            <a:r>
              <a:rPr lang="ko-KR" altLang="en-US" dirty="0"/>
              <a:t>로 퀘스트를 표시할 수 있게 퀘스트 리스트를 문자열 형태로 반환</a:t>
            </a:r>
          </a:p>
        </p:txBody>
      </p:sp>
      <p:pic>
        <p:nvPicPr>
          <p:cNvPr id="5" name="그림 4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A6CBA3-54F0-BF75-B122-0F3BE6505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824" y="1946400"/>
            <a:ext cx="6313671" cy="3630815"/>
          </a:xfrm>
          <a:prstGeom prst="rect">
            <a:avLst/>
          </a:prstGeom>
        </p:spPr>
      </p:pic>
      <p:pic>
        <p:nvPicPr>
          <p:cNvPr id="9" name="그림 8" descr="텍스트, 스크린샷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2AAA67-3D81-042C-AC41-35399DA23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4443" y="3589776"/>
            <a:ext cx="5141434" cy="75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28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A932C-7AC0-A026-41E2-A7E50647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45A4DD-3C05-732D-DAE9-4C189A20F99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2DF39E-5FDE-E5CA-D1A1-CA514350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81ED3-057E-790E-9D48-05F34AA23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1C772F6-1917-AE1F-3930-78EE6138062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2D3D5-B958-37D8-0CB2-C60915C0BE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D761-CA20-C2D6-4261-46C3D732707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841C1D-C20B-CA09-E339-9711F6EBF256}"/>
              </a:ext>
            </a:extLst>
          </p:cNvPr>
          <p:cNvSpPr txBox="1"/>
          <p:nvPr/>
        </p:nvSpPr>
        <p:spPr>
          <a:xfrm>
            <a:off x="5861801" y="5815121"/>
            <a:ext cx="4683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85%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F61080BD-16A5-80AB-1A4F-501CB498A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퀘스트 타입에 따라 발생시키는 이벤트와  완료 조건이 다름</a:t>
            </a:r>
            <a:endParaRPr lang="en-US" altLang="ko-KR" dirty="0"/>
          </a:p>
        </p:txBody>
      </p:sp>
      <p:pic>
        <p:nvPicPr>
          <p:cNvPr id="5" name="그림 4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695884-D038-6CF3-44E1-2AA91B49A7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669296"/>
            <a:ext cx="12192000" cy="261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884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5B0D-B02E-2F68-7A5F-B2BBCC622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94F1060-FAEB-3BE8-4FB4-6C1A4327ECB9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732EDA-0CEC-21B5-BDB2-10B4B747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81FFCC-8507-F817-F8F1-D1061E5F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F24206B-3EC6-59C4-040B-BC4202C7A49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7BD445-0B63-174C-56B0-23F4C1E53EB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6581E4-5979-55A8-E911-47C1D3D82BB1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F5FE63-1FA9-AD5A-FFE5-3FDC5470E810}"/>
              </a:ext>
            </a:extLst>
          </p:cNvPr>
          <p:cNvSpPr txBox="1"/>
          <p:nvPr/>
        </p:nvSpPr>
        <p:spPr>
          <a:xfrm>
            <a:off x="5861801" y="5815121"/>
            <a:ext cx="4683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85%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1C6B8773-F14C-FF35-13D3-082504E65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/>
              <a:t>2</a:t>
            </a:r>
          </a:p>
          <a:p>
            <a:pPr lvl="1"/>
            <a:endParaRPr lang="en-US" altLang="ko-KR" dirty="0"/>
          </a:p>
        </p:txBody>
      </p:sp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910930-E5C4-FBF0-DC02-65AD51463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892" y="1753299"/>
            <a:ext cx="6172652" cy="3888462"/>
          </a:xfrm>
          <a:prstGeom prst="rect">
            <a:avLst/>
          </a:prstGeom>
        </p:spPr>
      </p:pic>
      <p:pic>
        <p:nvPicPr>
          <p:cNvPr id="9" name="그림 8" descr="텍스트, 스크린샷, 그래픽 디자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C1D79D-8039-314B-8EAF-1861CB1A8F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98" r="20882"/>
          <a:stretch>
            <a:fillRect/>
          </a:stretch>
        </p:blipFill>
        <p:spPr>
          <a:xfrm>
            <a:off x="7675927" y="1747102"/>
            <a:ext cx="3906473" cy="389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116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8BCC-04C4-4156-922D-817F4793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B81CF5-CB22-CE8C-F148-70B4F7E5AA5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F7DB81-B4CD-0020-3B58-5C80A1CDE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D1BB7-0A27-DD3E-AF28-045A7B87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/7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8315A0A-FD38-71EC-117A-13AE7289C6A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8EAFA3-77E5-4D2D-D2F2-3AD4EA9D79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EA42F-D1DB-1FB7-EA7F-34E32F90380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B3741A-581C-05AC-29AB-CA49FB64BAF0}"/>
              </a:ext>
            </a:extLst>
          </p:cNvPr>
          <p:cNvSpPr txBox="1"/>
          <p:nvPr/>
        </p:nvSpPr>
        <p:spPr>
          <a:xfrm>
            <a:off x="5861801" y="5815121"/>
            <a:ext cx="4683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85%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5687E576-D451-3A2D-5DCC-0411F073E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7689210" cy="925294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쓰나미 이벤트</a:t>
            </a:r>
            <a:endParaRPr lang="en-US" altLang="ko-KR" dirty="0"/>
          </a:p>
          <a:p>
            <a:pPr lvl="1"/>
            <a:r>
              <a:rPr lang="ko-KR" altLang="en-US" dirty="0"/>
              <a:t>평소에는 정지해 있다가 이벤트 발생시 이동</a:t>
            </a:r>
            <a:endParaRPr lang="en-US" altLang="ko-KR" dirty="0"/>
          </a:p>
        </p:txBody>
      </p:sp>
      <p:pic>
        <p:nvPicPr>
          <p:cNvPr id="5" name="그림 4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AB3067-C965-7186-D069-8FB637F2D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1954490"/>
            <a:ext cx="7457813" cy="2155867"/>
          </a:xfrm>
          <a:prstGeom prst="rect">
            <a:avLst/>
          </a:prstGeom>
        </p:spPr>
      </p:pic>
      <p:pic>
        <p:nvPicPr>
          <p:cNvPr id="10" name="그림 9" descr="스크린샷, 텍스트, 직사각형, 문구용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1EDB53-C25A-7871-5A54-F0C9CE5BB8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54" r="21128"/>
          <a:stretch>
            <a:fillRect/>
          </a:stretch>
        </p:blipFill>
        <p:spPr>
          <a:xfrm>
            <a:off x="8024071" y="1957153"/>
            <a:ext cx="3631786" cy="365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5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현재 구현된 기본 정적</a:t>
            </a:r>
            <a:r>
              <a:rPr lang="en-US" altLang="ko-KR" dirty="0"/>
              <a:t>, </a:t>
            </a:r>
            <a:r>
              <a:rPr lang="ko-KR" altLang="en-US" dirty="0"/>
              <a:t>동적 이벤트를 기반으로 </a:t>
            </a:r>
            <a:br>
              <a:rPr lang="en-US" altLang="ko-KR" dirty="0"/>
            </a:br>
            <a:r>
              <a:rPr lang="ko-KR" altLang="en-US" dirty="0"/>
              <a:t>태풍</a:t>
            </a:r>
            <a:r>
              <a:rPr lang="en-US" altLang="ko-KR" dirty="0"/>
              <a:t> </a:t>
            </a:r>
            <a:r>
              <a:rPr lang="ko-KR" altLang="en-US" dirty="0"/>
              <a:t>등 다양한 이벤트를 구현할 수 있게 기능 추가 및 테스트</a:t>
            </a:r>
            <a:endParaRPr lang="en-US" altLang="ko-KR" dirty="0"/>
          </a:p>
          <a:p>
            <a:r>
              <a:rPr lang="en-US" altLang="ko-KR" dirty="0"/>
              <a:t>NPC, </a:t>
            </a:r>
            <a:r>
              <a:rPr lang="ko-KR" altLang="en-US" dirty="0"/>
              <a:t>아이템</a:t>
            </a:r>
            <a:r>
              <a:rPr lang="en-US" altLang="ko-KR" dirty="0"/>
              <a:t>,</a:t>
            </a:r>
            <a:r>
              <a:rPr lang="ko-KR" altLang="en-US" dirty="0"/>
              <a:t> 기타 </a:t>
            </a:r>
            <a:r>
              <a:rPr lang="en-US" altLang="ko-KR" dirty="0"/>
              <a:t>UI </a:t>
            </a:r>
            <a:r>
              <a:rPr lang="ko-KR" altLang="en-US" dirty="0"/>
              <a:t>요소 등의 </a:t>
            </a:r>
            <a:r>
              <a:rPr lang="ko-KR" altLang="en-US" dirty="0" err="1"/>
              <a:t>스프라이트</a:t>
            </a:r>
            <a:r>
              <a:rPr lang="ko-KR" altLang="en-US" dirty="0"/>
              <a:t> 제작</a:t>
            </a:r>
            <a:endParaRPr lang="en-US" altLang="ko-KR" dirty="0"/>
          </a:p>
          <a:p>
            <a:r>
              <a:rPr lang="ko-KR" altLang="en-US" dirty="0"/>
              <a:t>배경음악</a:t>
            </a:r>
            <a:r>
              <a:rPr lang="en-US" altLang="ko-KR" dirty="0"/>
              <a:t>, </a:t>
            </a:r>
            <a:r>
              <a:rPr lang="ko-KR" altLang="en-US" dirty="0"/>
              <a:t>사운드 이펙트 찾기</a:t>
            </a:r>
            <a:endParaRPr lang="en-US" altLang="ko-KR" dirty="0"/>
          </a:p>
          <a:p>
            <a:r>
              <a:rPr lang="ko-KR" altLang="en-US" dirty="0"/>
              <a:t>이벤트 발생 및 지속 시간 동적화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5</a:t>
            </a:r>
            <a:r>
              <a:rPr lang="ko-KR" altLang="en-US" dirty="0"/>
              <a:t>초 </a:t>
            </a:r>
            <a:r>
              <a:rPr lang="en-US" altLang="ko-KR" dirty="0"/>
              <a:t>-&gt; 3~5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909</TotalTime>
  <Words>160</Words>
  <Application>Microsoft Office PowerPoint</Application>
  <PresentationFormat>와이드스크린</PresentationFormat>
  <Paragraphs>42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HY견고딕</vt:lpstr>
      <vt:lpstr>맑은 고딕</vt:lpstr>
      <vt:lpstr>Arial</vt:lpstr>
      <vt:lpstr>Office 테마</vt:lpstr>
      <vt:lpstr>WQFS</vt:lpstr>
      <vt:lpstr>진행 상황</vt:lpstr>
      <vt:lpstr>진행 상황</vt:lpstr>
      <vt:lpstr>진행 상황</vt:lpstr>
      <vt:lpstr>진행 상황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190</cp:revision>
  <dcterms:created xsi:type="dcterms:W3CDTF">2025-08-27T12:40:34Z</dcterms:created>
  <dcterms:modified xsi:type="dcterms:W3CDTF">2025-11-18T11:06:16Z</dcterms:modified>
</cp:coreProperties>
</file>
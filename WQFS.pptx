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D2D"/>
    <a:srgbClr val="FF1919"/>
    <a:srgbClr val="FF0101"/>
    <a:srgbClr val="FF3F3F"/>
    <a:srgbClr val="FF5B5B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61" dt="2025-09-22T14:39:11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6" autoAdjust="0"/>
    <p:restoredTop sz="94660"/>
  </p:normalViewPr>
  <p:slideViewPr>
    <p:cSldViewPr snapToGrid="0">
      <p:cViewPr>
        <p:scale>
          <a:sx n="150" d="100"/>
          <a:sy n="150" d="100"/>
        </p:scale>
        <p:origin x="636" y="1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E193D-720A-4563-AA71-141E9FDCE958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(2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FC596-0E16-54E3-CC39-84C3372E4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요구분석 명세서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E51EF-F416-0A3B-E5E0-F6D7A0C61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/>
              <a:t>/2</a:t>
            </a:r>
            <a:endParaRPr lang="ko-KR" altLang="en-US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8E07856-2DFD-6CCD-4EBB-5DFE4EA6A18D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2202810" y="1728741"/>
            <a:ext cx="0" cy="31699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601FD6C-AE75-68CE-FD74-FCF7D90B48AB}"/>
              </a:ext>
            </a:extLst>
          </p:cNvPr>
          <p:cNvSpPr txBox="1"/>
          <p:nvPr/>
        </p:nvSpPr>
        <p:spPr>
          <a:xfrm>
            <a:off x="8934239" y="1094762"/>
            <a:ext cx="28103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예시 이벤트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몬스터 조우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예시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NPC: 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상인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인식 범위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5m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DDB2970-F7C5-BA3E-DAE8-7B85BBAF6251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>
            <a:off x="2202810" y="2679710"/>
            <a:ext cx="0" cy="31699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3B31B4A-B327-70F9-411A-3B24F3B9AC52}"/>
              </a:ext>
            </a:extLst>
          </p:cNvPr>
          <p:cNvCxnSpPr>
            <a:cxnSpLocks/>
            <a:stCxn id="53" idx="2"/>
            <a:endCxn id="56" idx="0"/>
          </p:cNvCxnSpPr>
          <p:nvPr/>
        </p:nvCxnSpPr>
        <p:spPr>
          <a:xfrm>
            <a:off x="2202810" y="3630679"/>
            <a:ext cx="0" cy="31699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9719730-05E4-D101-1AF8-50FB1531A46B}"/>
              </a:ext>
            </a:extLst>
          </p:cNvPr>
          <p:cNvCxnSpPr>
            <a:cxnSpLocks/>
            <a:stCxn id="56" idx="2"/>
            <a:endCxn id="59" idx="0"/>
          </p:cNvCxnSpPr>
          <p:nvPr/>
        </p:nvCxnSpPr>
        <p:spPr>
          <a:xfrm>
            <a:off x="2202810" y="4581648"/>
            <a:ext cx="0" cy="31699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7562257-1084-44F6-C47B-7525F3E73990}"/>
              </a:ext>
            </a:extLst>
          </p:cNvPr>
          <p:cNvCxnSpPr>
            <a:cxnSpLocks/>
            <a:stCxn id="59" idx="3"/>
            <a:endCxn id="87" idx="1"/>
          </p:cNvCxnSpPr>
          <p:nvPr/>
        </p:nvCxnSpPr>
        <p:spPr>
          <a:xfrm flipV="1">
            <a:off x="3913466" y="5215627"/>
            <a:ext cx="458596" cy="1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BB9A8A5-3DC9-A776-79C3-2E8BF15A55B0}"/>
              </a:ext>
            </a:extLst>
          </p:cNvPr>
          <p:cNvSpPr/>
          <p:nvPr/>
        </p:nvSpPr>
        <p:spPr>
          <a:xfrm>
            <a:off x="492154" y="1094762"/>
            <a:ext cx="3421312" cy="633979"/>
          </a:xfrm>
          <a:prstGeom prst="round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이벤트</a:t>
            </a:r>
            <a:r>
              <a:rPr lang="en-US" altLang="ko-KR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&amp; NPC </a:t>
            </a:r>
          </a:p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셋업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41B1BC7-D72E-8C41-D647-39612B326E7A}"/>
              </a:ext>
            </a:extLst>
          </p:cNvPr>
          <p:cNvSpPr/>
          <p:nvPr/>
        </p:nvSpPr>
        <p:spPr>
          <a:xfrm>
            <a:off x="492154" y="2045731"/>
            <a:ext cx="3421312" cy="633979"/>
          </a:xfrm>
          <a:prstGeom prst="round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NPC</a:t>
            </a:r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와 몬스터의 </a:t>
            </a:r>
            <a:endParaRPr lang="en-US" altLang="ko-KR" sz="13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동선 모니터링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150746E1-1E3C-02BA-DDEF-D42E1B193997}"/>
              </a:ext>
            </a:extLst>
          </p:cNvPr>
          <p:cNvSpPr/>
          <p:nvPr/>
        </p:nvSpPr>
        <p:spPr>
          <a:xfrm>
            <a:off x="492154" y="2996700"/>
            <a:ext cx="3421312" cy="633979"/>
          </a:xfrm>
          <a:prstGeom prst="round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NPC</a:t>
            </a:r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와 몬스터의 거리가 </a:t>
            </a:r>
            <a:r>
              <a:rPr lang="en-US" altLang="ko-KR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5m </a:t>
            </a:r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이하 시 </a:t>
            </a:r>
            <a:endParaRPr lang="en-US" altLang="ko-KR" sz="13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몬스터가 </a:t>
            </a:r>
            <a:r>
              <a:rPr lang="en-US" altLang="ko-KR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NPC</a:t>
            </a:r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를 인식하고 공격하며 시작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18A6F0A-61B1-CDB8-D660-EEA39B31969E}"/>
              </a:ext>
            </a:extLst>
          </p:cNvPr>
          <p:cNvSpPr/>
          <p:nvPr/>
        </p:nvSpPr>
        <p:spPr>
          <a:xfrm>
            <a:off x="492154" y="3947669"/>
            <a:ext cx="3421312" cy="633979"/>
          </a:xfrm>
          <a:prstGeom prst="round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조우 시 돈</a:t>
            </a:r>
            <a:r>
              <a:rPr lang="en-US" altLang="ko-KR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아이템</a:t>
            </a:r>
            <a:r>
              <a:rPr lang="en-US" altLang="ko-KR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명성을 보상으로 설정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4B88ADD-A5D9-5D4A-27A1-EDE95AC1440F}"/>
              </a:ext>
            </a:extLst>
          </p:cNvPr>
          <p:cNvSpPr/>
          <p:nvPr/>
        </p:nvSpPr>
        <p:spPr>
          <a:xfrm>
            <a:off x="492154" y="4898638"/>
            <a:ext cx="3421312" cy="633979"/>
          </a:xfrm>
          <a:prstGeom prst="round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퀘스트 생성</a:t>
            </a:r>
            <a:endParaRPr lang="ko-KR" altLang="en-US" sz="13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5" name="사각형: 둥근 모서리 164">
            <a:extLst>
              <a:ext uri="{FF2B5EF4-FFF2-40B4-BE49-F238E27FC236}">
                <a16:creationId xmlns:a16="http://schemas.microsoft.com/office/drawing/2014/main" id="{C6F6E3D0-ED5E-120F-F8F2-379182D417D7}"/>
              </a:ext>
            </a:extLst>
          </p:cNvPr>
          <p:cNvSpPr/>
          <p:nvPr/>
        </p:nvSpPr>
        <p:spPr>
          <a:xfrm>
            <a:off x="4372061" y="2996700"/>
            <a:ext cx="1680595" cy="63397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플레이어가 미 수류 </a:t>
            </a:r>
          </a:p>
        </p:txBody>
      </p:sp>
      <p:cxnSp>
        <p:nvCxnSpPr>
          <p:cNvPr id="167" name="연결선: 꺾임 166">
            <a:extLst>
              <a:ext uri="{FF2B5EF4-FFF2-40B4-BE49-F238E27FC236}">
                <a16:creationId xmlns:a16="http://schemas.microsoft.com/office/drawing/2014/main" id="{BD3854D4-1B28-B1FA-E110-B169DB729124}"/>
              </a:ext>
            </a:extLst>
          </p:cNvPr>
          <p:cNvCxnSpPr>
            <a:cxnSpLocks/>
            <a:stCxn id="59" idx="3"/>
            <a:endCxn id="165" idx="1"/>
          </p:cNvCxnSpPr>
          <p:nvPr/>
        </p:nvCxnSpPr>
        <p:spPr>
          <a:xfrm flipV="1">
            <a:off x="3913466" y="3313690"/>
            <a:ext cx="458595" cy="1901938"/>
          </a:xfrm>
          <a:prstGeom prst="bentConnector3">
            <a:avLst>
              <a:gd name="adj1" fmla="val 50000"/>
            </a:avLst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9FE08193-13CB-DD25-D3DC-F34D707C1603}"/>
              </a:ext>
            </a:extLst>
          </p:cNvPr>
          <p:cNvCxnSpPr>
            <a:cxnSpLocks/>
            <a:stCxn id="87" idx="3"/>
            <a:endCxn id="187" idx="1"/>
          </p:cNvCxnSpPr>
          <p:nvPr/>
        </p:nvCxnSpPr>
        <p:spPr>
          <a:xfrm>
            <a:off x="6052657" y="5215627"/>
            <a:ext cx="458596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9F124BCB-E919-F070-A154-6C3B6E51B6FB}"/>
              </a:ext>
            </a:extLst>
          </p:cNvPr>
          <p:cNvSpPr/>
          <p:nvPr/>
        </p:nvSpPr>
        <p:spPr>
          <a:xfrm>
            <a:off x="6511253" y="4898637"/>
            <a:ext cx="2326549" cy="63397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퀘스트 클리어 시 보상 지급</a:t>
            </a:r>
          </a:p>
        </p:txBody>
      </p:sp>
      <p:cxnSp>
        <p:nvCxnSpPr>
          <p:cNvPr id="194" name="연결선: 꺾임 193">
            <a:extLst>
              <a:ext uri="{FF2B5EF4-FFF2-40B4-BE49-F238E27FC236}">
                <a16:creationId xmlns:a16="http://schemas.microsoft.com/office/drawing/2014/main" id="{F0D387E7-EEF3-5596-8366-76D7102853BE}"/>
              </a:ext>
            </a:extLst>
          </p:cNvPr>
          <p:cNvCxnSpPr>
            <a:cxnSpLocks/>
            <a:stCxn id="87" idx="3"/>
            <a:endCxn id="193" idx="1"/>
          </p:cNvCxnSpPr>
          <p:nvPr/>
        </p:nvCxnSpPr>
        <p:spPr>
          <a:xfrm flipV="1">
            <a:off x="6052657" y="4264659"/>
            <a:ext cx="458596" cy="950968"/>
          </a:xfrm>
          <a:prstGeom prst="bentConnector3">
            <a:avLst>
              <a:gd name="adj1" fmla="val 20732"/>
            </a:avLst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201">
            <a:extLst>
              <a:ext uri="{FF2B5EF4-FFF2-40B4-BE49-F238E27FC236}">
                <a16:creationId xmlns:a16="http://schemas.microsoft.com/office/drawing/2014/main" id="{469A59F1-EA40-F0D6-50DB-6A36119D8B3D}"/>
              </a:ext>
            </a:extLst>
          </p:cNvPr>
          <p:cNvCxnSpPr>
            <a:cxnSpLocks/>
            <a:stCxn id="165" idx="3"/>
            <a:endCxn id="201" idx="1"/>
          </p:cNvCxnSpPr>
          <p:nvPr/>
        </p:nvCxnSpPr>
        <p:spPr>
          <a:xfrm flipV="1">
            <a:off x="6052656" y="3313689"/>
            <a:ext cx="458597" cy="1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연결선: 꺾임 206">
            <a:extLst>
              <a:ext uri="{FF2B5EF4-FFF2-40B4-BE49-F238E27FC236}">
                <a16:creationId xmlns:a16="http://schemas.microsoft.com/office/drawing/2014/main" id="{E64EEB00-C44E-1C2E-F1BF-0A8135E62A37}"/>
              </a:ext>
            </a:extLst>
          </p:cNvPr>
          <p:cNvCxnSpPr>
            <a:cxnSpLocks/>
            <a:stCxn id="165" idx="3"/>
            <a:endCxn id="213" idx="1"/>
          </p:cNvCxnSpPr>
          <p:nvPr/>
        </p:nvCxnSpPr>
        <p:spPr>
          <a:xfrm flipV="1">
            <a:off x="6052656" y="2362719"/>
            <a:ext cx="458596" cy="950971"/>
          </a:xfrm>
          <a:prstGeom prst="bentConnector3">
            <a:avLst>
              <a:gd name="adj1" fmla="val 15244"/>
            </a:avLst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사각형: 둥근 모서리 212">
            <a:extLst>
              <a:ext uri="{FF2B5EF4-FFF2-40B4-BE49-F238E27FC236}">
                <a16:creationId xmlns:a16="http://schemas.microsoft.com/office/drawing/2014/main" id="{F90DE5C8-3852-19D0-0039-61E7D9ED8502}"/>
              </a:ext>
            </a:extLst>
          </p:cNvPr>
          <p:cNvSpPr/>
          <p:nvPr/>
        </p:nvSpPr>
        <p:spPr>
          <a:xfrm>
            <a:off x="6511252" y="2045729"/>
            <a:ext cx="2326549" cy="63397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구출 받지 못하고 사망 시 </a:t>
            </a:r>
            <a:endParaRPr lang="en-US" altLang="ko-KR" sz="13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플레이어 명성 실추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5B8DE146-7C76-0C59-3F98-FB530C3F994C}"/>
              </a:ext>
            </a:extLst>
          </p:cNvPr>
          <p:cNvSpPr/>
          <p:nvPr/>
        </p:nvSpPr>
        <p:spPr>
          <a:xfrm>
            <a:off x="4372062" y="4898637"/>
            <a:ext cx="1680595" cy="63397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플레이어가 수류 </a:t>
            </a:r>
          </a:p>
        </p:txBody>
      </p:sp>
      <p:sp>
        <p:nvSpPr>
          <p:cNvPr id="193" name="사각형: 둥근 모서리 192">
            <a:extLst>
              <a:ext uri="{FF2B5EF4-FFF2-40B4-BE49-F238E27FC236}">
                <a16:creationId xmlns:a16="http://schemas.microsoft.com/office/drawing/2014/main" id="{9AA854D6-971F-C64E-594C-3780BE690373}"/>
              </a:ext>
            </a:extLst>
          </p:cNvPr>
          <p:cNvSpPr/>
          <p:nvPr/>
        </p:nvSpPr>
        <p:spPr>
          <a:xfrm>
            <a:off x="6511253" y="3947669"/>
            <a:ext cx="2326549" cy="63397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NPC </a:t>
            </a:r>
            <a:r>
              <a:rPr lang="ko-KR" altLang="en-US" sz="1300" dirty="0" err="1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사망시</a:t>
            </a:r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퀘스트 실패</a:t>
            </a:r>
          </a:p>
        </p:txBody>
      </p:sp>
      <p:sp>
        <p:nvSpPr>
          <p:cNvPr id="201" name="사각형: 둥근 모서리 200">
            <a:extLst>
              <a:ext uri="{FF2B5EF4-FFF2-40B4-BE49-F238E27FC236}">
                <a16:creationId xmlns:a16="http://schemas.microsoft.com/office/drawing/2014/main" id="{13C94937-59CD-276D-6232-D535C0D415C2}"/>
              </a:ext>
            </a:extLst>
          </p:cNvPr>
          <p:cNvSpPr/>
          <p:nvPr/>
        </p:nvSpPr>
        <p:spPr>
          <a:xfrm>
            <a:off x="6511253" y="2996699"/>
            <a:ext cx="2326549" cy="63397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순찰 중인 자경대에게 구출</a:t>
            </a:r>
          </a:p>
        </p:txBody>
      </p:sp>
      <p:sp>
        <p:nvSpPr>
          <p:cNvPr id="220" name="사각형: 둥근 모서리 219">
            <a:extLst>
              <a:ext uri="{FF2B5EF4-FFF2-40B4-BE49-F238E27FC236}">
                <a16:creationId xmlns:a16="http://schemas.microsoft.com/office/drawing/2014/main" id="{544EBD69-6114-ECFD-9644-6E8F7B4C3CF9}"/>
              </a:ext>
            </a:extLst>
          </p:cNvPr>
          <p:cNvSpPr/>
          <p:nvPr/>
        </p:nvSpPr>
        <p:spPr>
          <a:xfrm>
            <a:off x="4372059" y="2996700"/>
            <a:ext cx="1680595" cy="63397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플레이어가 미 수류 </a:t>
            </a:r>
          </a:p>
        </p:txBody>
      </p: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AEBF6411-4AF4-9816-1329-C966F0F52DA6}"/>
              </a:ext>
            </a:extLst>
          </p:cNvPr>
          <p:cNvSpPr/>
          <p:nvPr/>
        </p:nvSpPr>
        <p:spPr>
          <a:xfrm>
            <a:off x="6511251" y="4898637"/>
            <a:ext cx="2326549" cy="63397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3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퀘스트 클리어 시 보상 지급</a:t>
            </a:r>
          </a:p>
        </p:txBody>
      </p:sp>
    </p:spTree>
    <p:extLst>
      <p:ext uri="{BB962C8B-B14F-4D97-AF65-F5344CB8AC3E}">
        <p14:creationId xmlns:p14="http://schemas.microsoft.com/office/powerpoint/2010/main" val="2448929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73D9C6-82B3-533D-F000-CE5EF1C96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소프트웨어 개발 프로세스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D8B6F-0333-4BC4-1335-656483762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/>
              <a:t>/##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3C347D-9B2D-A6A1-3D68-1CC9BB0E2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04"/>
            <a:ext cx="12192000" cy="4032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767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7045748-EDE9-0490-680F-ECECA921B701}"/>
              </a:ext>
            </a:extLst>
          </p:cNvPr>
          <p:cNvSpPr/>
          <p:nvPr/>
        </p:nvSpPr>
        <p:spPr>
          <a:xfrm>
            <a:off x="609600" y="5840559"/>
            <a:ext cx="5300133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B83A0E-DCBD-DCCF-F386-9B07EF3C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86E884-87DB-5ABE-6196-6A132F24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/>
              <a:t>/##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B8E7C4A-D93C-D837-944E-BB795C118DF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914D790C-E6FD-69B6-5605-093474DB3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0133" y="1050855"/>
            <a:ext cx="4423834" cy="952005"/>
          </a:xfrm>
        </p:spPr>
        <p:txBody>
          <a:bodyPr/>
          <a:lstStyle/>
          <a:p>
            <a:r>
              <a:rPr lang="ko-KR" altLang="en-US" dirty="0"/>
              <a:t>무작위로 생성된 퀘스트 출력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누가</a:t>
            </a:r>
            <a:r>
              <a:rPr lang="en-US" altLang="ko-KR" dirty="0"/>
              <a:t>, </a:t>
            </a:r>
            <a:r>
              <a:rPr lang="ko-KR" altLang="en-US" dirty="0"/>
              <a:t>발생한 이벤트</a:t>
            </a:r>
            <a:r>
              <a:rPr lang="en-US" altLang="ko-KR" dirty="0"/>
              <a:t>, </a:t>
            </a:r>
            <a:r>
              <a:rPr lang="ko-KR" altLang="en-US" dirty="0"/>
              <a:t>보상</a:t>
            </a:r>
            <a:r>
              <a:rPr lang="en-US" altLang="ko-KR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F463-C6A3-F81A-78EC-C1DB87D970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231" b="54746"/>
          <a:stretch>
            <a:fillRect/>
          </a:stretch>
        </p:blipFill>
        <p:spPr>
          <a:xfrm>
            <a:off x="6570133" y="2788808"/>
            <a:ext cx="4819046" cy="26228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9520F0-7A6C-8350-E78B-AD406B07767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0A42D-4534-41F5-6BC6-CA3026819793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3B66934-153A-894B-C973-92CB16D0F3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69" y="1029194"/>
            <a:ext cx="5692364" cy="438250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553A29C-4C79-3F17-16A8-ED7218F0DECF}"/>
              </a:ext>
            </a:extLst>
          </p:cNvPr>
          <p:cNvSpPr txBox="1"/>
          <p:nvPr/>
        </p:nvSpPr>
        <p:spPr>
          <a:xfrm>
            <a:off x="5861801" y="5815121"/>
            <a:ext cx="4683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48%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1350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5482C-623C-8EBA-DB40-B9C2DE7BE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6FEB97C-E2FB-BCCD-95D2-2E1EB18DBCC6}"/>
              </a:ext>
            </a:extLst>
          </p:cNvPr>
          <p:cNvSpPr/>
          <p:nvPr/>
        </p:nvSpPr>
        <p:spPr>
          <a:xfrm>
            <a:off x="609600" y="5840559"/>
            <a:ext cx="5300133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8B3B33A-3FC0-6CC6-B9E5-EC2227872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23F12-AB45-E2DF-2F3F-D4523DA5C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/>
              <a:t>/##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CC78958-1DE3-6D7A-DD08-418A74DB81B9}"/>
              </a:ext>
            </a:extLst>
          </p:cNvPr>
          <p:cNvSpPr/>
          <p:nvPr/>
        </p:nvSpPr>
        <p:spPr>
          <a:xfrm>
            <a:off x="609600" y="5835830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19E9A1B-69DD-4A92-2254-FFD70A7A3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13196" y="1029196"/>
            <a:ext cx="4937504" cy="846172"/>
          </a:xfrm>
        </p:spPr>
        <p:txBody>
          <a:bodyPr/>
          <a:lstStyle/>
          <a:p>
            <a:r>
              <a:rPr lang="en-US" altLang="ko-KR" dirty="0"/>
              <a:t>NPC</a:t>
            </a:r>
            <a:r>
              <a:rPr lang="ko-KR" altLang="en-US" dirty="0"/>
              <a:t>와 몬스터</a:t>
            </a:r>
            <a:r>
              <a:rPr lang="en-US" altLang="ko-KR" dirty="0"/>
              <a:t>, </a:t>
            </a:r>
            <a:r>
              <a:rPr lang="ko-KR" altLang="en-US" dirty="0"/>
              <a:t>발생한 이벤트의 위치를 그래픽으로 시각화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1D7C41C-D7C4-DEA0-F0E7-9C3F6101EA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61" r="19137"/>
          <a:stretch>
            <a:fillRect/>
          </a:stretch>
        </p:blipFill>
        <p:spPr>
          <a:xfrm>
            <a:off x="448812" y="1029196"/>
            <a:ext cx="2567032" cy="25692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96DDA7-5369-8168-C166-F6DC65415CB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4BB1B-8B62-8C4C-9FA0-776CBDA8643D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C6C7ABC-FE0D-FFF1-C6DF-A896A66A5F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8002" y="2371096"/>
            <a:ext cx="7908998" cy="325027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D13BA8-BC8D-42B7-1018-7838DF44F567}"/>
              </a:ext>
            </a:extLst>
          </p:cNvPr>
          <p:cNvSpPr txBox="1"/>
          <p:nvPr/>
        </p:nvSpPr>
        <p:spPr>
          <a:xfrm>
            <a:off x="5861801" y="5813744"/>
            <a:ext cx="4683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48%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6758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158</Words>
  <Application>Microsoft Office PowerPoint</Application>
  <PresentationFormat>와이드스크린</PresentationFormat>
  <Paragraphs>45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HY견고딕</vt:lpstr>
      <vt:lpstr>맑은 고딕</vt:lpstr>
      <vt:lpstr>Arial</vt:lpstr>
      <vt:lpstr>Office 테마</vt:lpstr>
      <vt:lpstr>WQFS</vt:lpstr>
      <vt:lpstr>요구분석 명세서</vt:lpstr>
      <vt:lpstr>소프트웨어 개발 프로세스</vt:lpstr>
      <vt:lpstr>진행 상황</vt:lpstr>
      <vt:lpstr>진행 상황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27</cp:revision>
  <dcterms:created xsi:type="dcterms:W3CDTF">2025-08-27T12:40:34Z</dcterms:created>
  <dcterms:modified xsi:type="dcterms:W3CDTF">2025-09-22T14:39:43Z</dcterms:modified>
</cp:coreProperties>
</file>
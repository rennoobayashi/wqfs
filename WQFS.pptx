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1" r:id="rId3"/>
    <p:sldId id="264" r:id="rId4"/>
    <p:sldId id="265" r:id="rId5"/>
    <p:sldId id="263" r:id="rId6"/>
  </p:sldIdLst>
  <p:sldSz cx="12192000" cy="6858000"/>
  <p:notesSz cx="7105650" cy="102362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1E"/>
    <a:srgbClr val="A9D08E"/>
    <a:srgbClr val="8ED973"/>
    <a:srgbClr val="00B0F0"/>
    <a:srgbClr val="92D050"/>
    <a:srgbClr val="FF2D2D"/>
    <a:srgbClr val="FF1919"/>
    <a:srgbClr val="FF0101"/>
    <a:srgbClr val="FF3F3F"/>
    <a:srgbClr val="FF5B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F6B2B-955B-4EA7-8C2C-A0B50ACC62EA}" v="16" dt="2025-10-08T05:25:26.1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80" y="12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0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4891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r">
              <a:defRPr sz="1300"/>
            </a:lvl1pPr>
          </a:lstStyle>
          <a:p>
            <a:fld id="{56AE193D-720A-4563-AA71-141E9FDCE958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94" tIns="49547" rIns="99094" bIns="4954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565" y="4926171"/>
            <a:ext cx="5684520" cy="4030504"/>
          </a:xfrm>
          <a:prstGeom prst="rect">
            <a:avLst/>
          </a:prstGeom>
        </p:spPr>
        <p:txBody>
          <a:bodyPr vert="horz" lIns="99094" tIns="49547" rIns="99094" bIns="49547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4891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r">
              <a:defRPr sz="1300"/>
            </a:lvl1pPr>
          </a:lstStyle>
          <a:p>
            <a:fld id="{7575AEB5-661D-47AA-8B68-B3592D7F97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82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75AEB5-661D-47AA-8B68-B3592D7F979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61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98168-0A97-9FF2-F7D4-1ECC57FC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9E55A-9A99-930D-18D8-A1DD93C19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ABFBDA-D477-77D7-7CA9-E2D7E50D0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47B9B-3D1A-CF88-E644-ED22937D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BEB740-DE5B-B76C-330A-06CEEBD6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9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53AF8-7DB0-5A26-0B7C-240CD4BE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406"/>
            <a:ext cx="10515600" cy="725034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CC6B5E22-D83E-5CDD-DE41-9AA20F3F8F1E}"/>
              </a:ext>
            </a:extLst>
          </p:cNvPr>
          <p:cNvSpPr/>
          <p:nvPr userDrawn="1"/>
        </p:nvSpPr>
        <p:spPr>
          <a:xfrm>
            <a:off x="376052" y="6176963"/>
            <a:ext cx="11439896" cy="681037"/>
          </a:xfrm>
          <a:prstGeom prst="round2Same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A5A90E-0246-56CB-05EE-26C4E590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14776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  <a:lvl2pPr>
              <a:defRPr sz="20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7DB812-E764-100A-5EB4-C2D6A3BEB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3413" y="6356350"/>
            <a:ext cx="965859" cy="36512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pPr/>
              <a:t>‹#›</a:t>
            </a:fld>
            <a:r>
              <a:rPr lang="en-US" altLang="ko-KR" dirty="0"/>
              <a:t>/##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59E5DB4-7844-B844-3A26-29C0CB85EF31}"/>
              </a:ext>
            </a:extLst>
          </p:cNvPr>
          <p:cNvCxnSpPr>
            <a:cxnSpLocks/>
          </p:cNvCxnSpPr>
          <p:nvPr userDrawn="1"/>
        </p:nvCxnSpPr>
        <p:spPr>
          <a:xfrm>
            <a:off x="142504" y="894608"/>
            <a:ext cx="1193470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  <a:prstDash val="soli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1B6C6-7021-D05C-4034-28922A981FDF}"/>
              </a:ext>
            </a:extLst>
          </p:cNvPr>
          <p:cNvSpPr txBox="1"/>
          <p:nvPr userDrawn="1"/>
        </p:nvSpPr>
        <p:spPr>
          <a:xfrm>
            <a:off x="5625629" y="6356350"/>
            <a:ext cx="108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86610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FF7B73-BF6E-D1BB-C735-6FE9E3E17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DE0898-4141-75EA-D3AE-78DC569E5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8BC860-778E-F9A6-0772-56B49667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14BB5A-1537-DD20-294E-F258647D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C9AC6A-BA24-4E09-A3C8-B7787951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49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3C18B-B30C-5228-AD14-31181350A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4FA97E-0081-ED45-3AB4-86729EAA4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45C145-C818-5F59-0B8C-B2BE96C05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66968A-871B-A549-5284-24CDCC1B8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58042A-2CE4-BEB7-D84A-EE82B6B4D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B81584-9760-CFB7-9271-C376C6E3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8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D3F6B-5FEB-0FAF-EBE6-ABF6E1203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576ABC-38AE-23FC-E716-2E4482386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456973-7B38-0243-336C-50568BF69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45766AE-852A-0135-5702-B5F916A0F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F2B787-24E8-CA98-357E-45340B022C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5681D6-E4B5-DC14-CB43-C30D9FE5C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F3349F-FD3E-97C8-C1A6-5FD1F578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00857B7-C0B7-6E67-0E4C-527FFB52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44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E94DF-B5D3-E4A8-7948-09CBDECD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E737BA-04F9-1B72-3ADC-E7D9F4C14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41AD69-0452-AC90-BF74-0EE0EA09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721304-4C54-F4A3-1EDE-52AF0E04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4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8E2051-1EE8-FABC-1795-B323C8399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61979E1-20ED-3457-6159-B5BAE3D2D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BE655-A4B8-E3ED-A4B6-14AC20867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035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5E70BE-3952-B6F0-08E3-C268632B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8CEF35-CA5B-2519-75DC-2930CE31B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A1C5B7-053E-049C-E87E-864C4F2BF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D52A5E-3438-041A-C7A3-92AEE83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84C644-7C62-38F2-2068-2FCD286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27A2C1-C6BF-0AB7-29C4-70AA28DCC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445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E8914-5EB0-B962-C33D-87F9083F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05CB22-5208-A7FB-31E0-4B2A76304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3F4396-A1AF-C1B3-2E65-343CD828A6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6577CC-D973-B0B3-4A05-7004F4DC9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E760FC-CE82-E39E-BFD6-EEE9707A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EFF2A8-A55C-3BBB-309C-F007830D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6767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D9B2C-54EC-092A-70C9-326205007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5D8C25-9486-2F20-CD5C-B69646517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7864A4-9765-9F2F-D454-3DD9AFB3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C8299-AA22-B710-764A-D8D4626E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CB4946-787E-ABC4-AEA8-E2E005A8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34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EE9A9B-9B2A-C5DE-8D52-3C0B6439B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1A96A-1DBB-D94E-12DD-3DF01C266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B7DD3D-C192-510B-1588-D54CC67A9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CDB6CA-041D-2010-72A5-5217A9D58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4BAB71-AEC8-364C-65CB-0551C6FE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7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19D53D-0972-8C8F-311F-4A7A8C0BE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7F91D6-8F96-A87E-E35A-8201CC20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7BFD77-0EA9-B63F-B1AE-319C596CF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44D894-CCE4-4219-86B7-733D27BABF1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870978-E6DF-55B0-9D8E-62FAE80D1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9BEA4-BDE5-0F5D-7B02-14C1683AE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81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76628AFA-07F6-6A1C-1CA2-29D76184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827" y="0"/>
            <a:ext cx="13119652" cy="685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2A81DE-97FA-25A3-2074-0D5E1CC51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1837"/>
            <a:ext cx="9144000" cy="933479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27B34A-FF70-5C7D-A3C8-15B8F4AC2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7392"/>
            <a:ext cx="9144000" cy="427840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(W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orld event &amp;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Q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uest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F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usion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S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ystem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CC9D879-4FB4-47A7-8A4E-AC82EE2020A2}"/>
              </a:ext>
            </a:extLst>
          </p:cNvPr>
          <p:cNvSpPr txBox="1">
            <a:spLocks/>
          </p:cNvSpPr>
          <p:nvPr/>
        </p:nvSpPr>
        <p:spPr>
          <a:xfrm>
            <a:off x="5052970" y="4794308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202444086 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이인희</a:t>
            </a:r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3FE9E06B-E659-DD8B-890B-9DA9275F5E2D}"/>
              </a:ext>
            </a:extLst>
          </p:cNvPr>
          <p:cNvSpPr txBox="1">
            <a:spLocks/>
          </p:cNvSpPr>
          <p:nvPr/>
        </p:nvSpPr>
        <p:spPr>
          <a:xfrm>
            <a:off x="1524000" y="3575806"/>
            <a:ext cx="9144000" cy="10423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월드 이벤트 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&amp; 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퀘스트 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융합 시스템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(7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주차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A1112FEA-B54C-E0DD-1E8E-20EDE647DF8C}"/>
              </a:ext>
            </a:extLst>
          </p:cNvPr>
          <p:cNvSpPr txBox="1">
            <a:spLocks/>
          </p:cNvSpPr>
          <p:nvPr/>
        </p:nvSpPr>
        <p:spPr>
          <a:xfrm>
            <a:off x="9478920" y="8210549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Background by</a:t>
            </a:r>
            <a:endParaRPr lang="ko-KR" altLang="en-US" sz="12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부제목 2">
            <a:extLst>
              <a:ext uri="{FF2B5EF4-FFF2-40B4-BE49-F238E27FC236}">
                <a16:creationId xmlns:a16="http://schemas.microsoft.com/office/drawing/2014/main" id="{A89C96B5-E020-97BE-824A-E3AD0345BC4C}"/>
              </a:ext>
            </a:extLst>
          </p:cNvPr>
          <p:cNvSpPr txBox="1">
            <a:spLocks/>
          </p:cNvSpPr>
          <p:nvPr/>
        </p:nvSpPr>
        <p:spPr>
          <a:xfrm>
            <a:off x="9764670" y="6276527"/>
            <a:ext cx="2236830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Background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by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Gemini</a:t>
            </a:r>
            <a:endParaRPr lang="ko-KR" altLang="en-US" sz="1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547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6CAED06-7FA4-F92B-1D27-7A54A4375E06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DB83A0E-DCBD-DCCF-F386-9B07EF3C3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86E884-87DB-5ABE-6196-6A132F246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2</a:t>
            </a:fld>
            <a:r>
              <a:rPr lang="en-US" altLang="ko-KR" dirty="0"/>
              <a:t>/5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B8E7C4A-D93C-D837-944E-BB795C118DFF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9520F0-7A6C-8350-E78B-AD406B07767A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30A42D-4534-41F5-6BC6-CA3026819793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53A29C-4C79-3F17-16A8-ED7218F0DECF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339EAAC6-310E-FFAE-844F-E87CB6BD8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6"/>
            <a:ext cx="7357844" cy="1428778"/>
          </a:xfrm>
        </p:spPr>
        <p:txBody>
          <a:bodyPr>
            <a:normAutofit/>
          </a:bodyPr>
          <a:lstStyle/>
          <a:p>
            <a:r>
              <a:rPr lang="en-US" altLang="ko-KR" dirty="0"/>
              <a:t>WQFS</a:t>
            </a:r>
          </a:p>
          <a:p>
            <a:pPr lvl="1"/>
            <a:r>
              <a:rPr lang="ko-KR" altLang="en-US" dirty="0"/>
              <a:t>정적 기본 이벤트 구현</a:t>
            </a:r>
            <a:endParaRPr lang="en-US" altLang="ko-KR" dirty="0"/>
          </a:p>
          <a:p>
            <a:pPr lvl="1"/>
            <a:r>
              <a:rPr lang="ko-KR" altLang="en-US" dirty="0"/>
              <a:t>위치 고정</a:t>
            </a:r>
            <a:r>
              <a:rPr lang="en-US" altLang="ko-KR" dirty="0"/>
              <a:t>, </a:t>
            </a:r>
            <a:r>
              <a:rPr lang="ko-KR" altLang="en-US" dirty="0"/>
              <a:t>긴 대기시간과 이벤트 지속 시간</a:t>
            </a:r>
            <a:br>
              <a:rPr lang="en-US" altLang="ko-KR" dirty="0"/>
            </a:br>
            <a:endParaRPr lang="en-US" altLang="ko-KR" dirty="0"/>
          </a:p>
        </p:txBody>
      </p:sp>
      <p:pic>
        <p:nvPicPr>
          <p:cNvPr id="14" name="그림 13" descr="텍스트, 스크린샷, 그래픽 디자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C17373-BE70-1AC9-94D7-0427BDDFBF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6939" y="2534862"/>
            <a:ext cx="5535336" cy="3113627"/>
          </a:xfrm>
          <a:prstGeom prst="rect">
            <a:avLst/>
          </a:prstGeom>
        </p:spPr>
      </p:pic>
      <p:pic>
        <p:nvPicPr>
          <p:cNvPr id="27" name="그림 2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8E3E7D2-A374-40B4-1E87-FB44871994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429" y="2366188"/>
            <a:ext cx="4546833" cy="289004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225A6DD-AEF3-6BC3-109B-31104D2DB37E}"/>
              </a:ext>
            </a:extLst>
          </p:cNvPr>
          <p:cNvSpPr txBox="1"/>
          <p:nvPr/>
        </p:nvSpPr>
        <p:spPr>
          <a:xfrm>
            <a:off x="1832184" y="5313820"/>
            <a:ext cx="29713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번갈아가며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 타이머 실행</a:t>
            </a:r>
          </a:p>
        </p:txBody>
      </p:sp>
    </p:spTree>
    <p:extLst>
      <p:ext uri="{BB962C8B-B14F-4D97-AF65-F5344CB8AC3E}">
        <p14:creationId xmlns:p14="http://schemas.microsoft.com/office/powerpoint/2010/main" val="3461350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0C6AE-0390-95EB-6FD4-B4142E4E2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94B8621-61F1-6CAB-3A8A-19C0FEECA390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7DFDC96-DB42-B622-721B-2DA4CF8CE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CD6328-4B9D-296E-03E8-035AD576B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3</a:t>
            </a:fld>
            <a:r>
              <a:rPr lang="en-US" altLang="ko-KR" dirty="0"/>
              <a:t>/5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07610D66-F931-8A4B-2E4D-6149B2EC6D9E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C4CC94-3937-3F19-57A3-9A5112D4D4C8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F62D65-5FB2-3719-F204-561E9897448E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D0E7E1-A7A2-73D6-CC22-1C812C757C57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A6837D3C-DC20-36D5-050D-54BD0AC0B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6"/>
            <a:ext cx="7357844" cy="1428778"/>
          </a:xfrm>
        </p:spPr>
        <p:txBody>
          <a:bodyPr>
            <a:normAutofit/>
          </a:bodyPr>
          <a:lstStyle/>
          <a:p>
            <a:r>
              <a:rPr lang="en-US" altLang="ko-KR" dirty="0"/>
              <a:t>WQFS</a:t>
            </a:r>
          </a:p>
          <a:p>
            <a:pPr lvl="1"/>
            <a:r>
              <a:rPr lang="ko-KR" altLang="en-US" dirty="0"/>
              <a:t>동적 기본 이벤트 구현</a:t>
            </a:r>
            <a:endParaRPr lang="en-US" altLang="ko-KR" dirty="0"/>
          </a:p>
          <a:p>
            <a:pPr lvl="1"/>
            <a:r>
              <a:rPr lang="ko-KR" altLang="en-US" dirty="0"/>
              <a:t>계속 위치 변경</a:t>
            </a:r>
            <a:r>
              <a:rPr lang="en-US" altLang="ko-KR" dirty="0"/>
              <a:t>, </a:t>
            </a:r>
            <a:r>
              <a:rPr lang="ko-KR" altLang="en-US" dirty="0"/>
              <a:t>짧은 대기시간과 이벤트 지속 시간</a:t>
            </a:r>
            <a:endParaRPr lang="en-US" altLang="ko-KR" dirty="0"/>
          </a:p>
        </p:txBody>
      </p:sp>
      <p:pic>
        <p:nvPicPr>
          <p:cNvPr id="5" name="그림 4" descr="텍스트, 스크린샷, 그래픽 디자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FDE0923-4D64-BAA0-095B-0CE54E0DE5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7081" y="2751589"/>
            <a:ext cx="5211667" cy="2931563"/>
          </a:xfrm>
          <a:prstGeom prst="rect">
            <a:avLst/>
          </a:prstGeom>
        </p:spPr>
      </p:pic>
      <p:pic>
        <p:nvPicPr>
          <p:cNvPr id="10" name="그림 9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8E3E7D2-A374-40B4-1E87-FB44871994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429" y="2366188"/>
            <a:ext cx="4546833" cy="28900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25A6DD-AEF3-6BC3-109B-31104D2DB37E}"/>
              </a:ext>
            </a:extLst>
          </p:cNvPr>
          <p:cNvSpPr txBox="1"/>
          <p:nvPr/>
        </p:nvSpPr>
        <p:spPr>
          <a:xfrm>
            <a:off x="1832184" y="5313820"/>
            <a:ext cx="29713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번갈아가며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 타이머 실행</a:t>
            </a:r>
          </a:p>
        </p:txBody>
      </p:sp>
    </p:spTree>
    <p:extLst>
      <p:ext uri="{BB962C8B-B14F-4D97-AF65-F5344CB8AC3E}">
        <p14:creationId xmlns:p14="http://schemas.microsoft.com/office/powerpoint/2010/main" val="34013845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A932C-7AC0-A026-41E2-A7E50647A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645A4DD-3C05-732D-DAE9-4C189A20F998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32DF39E-5FDE-E5CA-D1A1-CA514350A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D81ED3-057E-790E-9D48-05F34AA23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4</a:t>
            </a:fld>
            <a:r>
              <a:rPr lang="en-US" altLang="ko-KR" dirty="0"/>
              <a:t>/5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1C772F6-1917-AE1F-3930-78EE6138062C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2D3D5-B958-37D8-0CB2-C60915C0BE46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6D761-CA20-C2D6-4261-46C3D732707A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841C1D-C20B-CA09-E339-9711F6EBF256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F61080BD-16A5-80AB-1A4F-501CB498A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870371" cy="1722393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타이머</a:t>
            </a:r>
            <a:endParaRPr lang="en-US" altLang="ko-KR" dirty="0"/>
          </a:p>
          <a:p>
            <a:pPr lvl="1"/>
            <a:r>
              <a:rPr lang="ko-KR" altLang="en-US" dirty="0"/>
              <a:t>이벤트 지속시간 및 대기시간</a:t>
            </a:r>
            <a:r>
              <a:rPr lang="en-US" altLang="ko-KR" dirty="0"/>
              <a:t>, </a:t>
            </a:r>
            <a:r>
              <a:rPr lang="ko-KR" altLang="en-US" dirty="0"/>
              <a:t>퀘스트 생성 딜레이 모니터링</a:t>
            </a:r>
            <a:endParaRPr lang="en-US" altLang="ko-KR" dirty="0"/>
          </a:p>
          <a:p>
            <a:pPr lvl="1"/>
            <a:r>
              <a:rPr lang="ko-KR" altLang="en-US" dirty="0"/>
              <a:t>각 객체는 각자 내부적으로 타이머를 가짐</a:t>
            </a:r>
            <a:endParaRPr lang="en-US" altLang="ko-KR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36A672C-C491-E505-62F0-4B256CE41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9493" r="78155" b="-41317"/>
          <a:stretch>
            <a:fillRect/>
          </a:stretch>
        </p:blipFill>
        <p:spPr>
          <a:xfrm>
            <a:off x="199677" y="5034878"/>
            <a:ext cx="4550148" cy="68789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B3CB5E0-12A2-7CB6-6384-F37B48F24C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452" t="9493" r="-291" b="-41317"/>
          <a:stretch>
            <a:fillRect/>
          </a:stretch>
        </p:blipFill>
        <p:spPr>
          <a:xfrm>
            <a:off x="8058207" y="5034878"/>
            <a:ext cx="3924300" cy="687897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AC5E3D4B-C384-ED19-4581-7857AE1A639E}"/>
              </a:ext>
            </a:extLst>
          </p:cNvPr>
          <p:cNvSpPr/>
          <p:nvPr/>
        </p:nvSpPr>
        <p:spPr>
          <a:xfrm>
            <a:off x="4749825" y="5034877"/>
            <a:ext cx="3308382" cy="469867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pic>
        <p:nvPicPr>
          <p:cNvPr id="16" name="그림 15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77BDC9D-DAC3-AB3C-CED3-127273FFC5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69" y="2234299"/>
            <a:ext cx="3957816" cy="2345618"/>
          </a:xfrm>
          <a:prstGeom prst="rect">
            <a:avLst/>
          </a:prstGeom>
        </p:spPr>
      </p:pic>
      <p:pic>
        <p:nvPicPr>
          <p:cNvPr id="19" name="그림 18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E345844-0FE2-F16B-524D-F01E4AF594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4859" y="2239160"/>
            <a:ext cx="4333711" cy="234495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F912EE3-7BC1-95DB-15C0-FF74546F33F0}"/>
              </a:ext>
            </a:extLst>
          </p:cNvPr>
          <p:cNvSpPr txBox="1"/>
          <p:nvPr/>
        </p:nvSpPr>
        <p:spPr>
          <a:xfrm>
            <a:off x="1562342" y="4605353"/>
            <a:ext cx="1034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타이머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3CE46E-638A-FA57-A4F4-3C3EAB6E8FF6}"/>
              </a:ext>
            </a:extLst>
          </p:cNvPr>
          <p:cNvSpPr txBox="1"/>
          <p:nvPr/>
        </p:nvSpPr>
        <p:spPr>
          <a:xfrm>
            <a:off x="5842378" y="4606654"/>
            <a:ext cx="13974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시간 리셋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939464-1997-9DC6-1B9A-CE8801FDDD38}"/>
              </a:ext>
            </a:extLst>
          </p:cNvPr>
          <p:cNvSpPr/>
          <p:nvPr/>
        </p:nvSpPr>
        <p:spPr>
          <a:xfrm>
            <a:off x="10194623" y="5034877"/>
            <a:ext cx="1249959" cy="218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3FED5EF9-F81F-5E4A-F182-8C1D0527567C}"/>
              </a:ext>
            </a:extLst>
          </p:cNvPr>
          <p:cNvSpPr/>
          <p:nvPr/>
        </p:nvSpPr>
        <p:spPr>
          <a:xfrm>
            <a:off x="10643434" y="5275611"/>
            <a:ext cx="1249959" cy="218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788615-2182-3932-CA5E-442DFB399095}"/>
              </a:ext>
            </a:extLst>
          </p:cNvPr>
          <p:cNvSpPr txBox="1"/>
          <p:nvPr/>
        </p:nvSpPr>
        <p:spPr>
          <a:xfrm>
            <a:off x="10081085" y="5487985"/>
            <a:ext cx="198804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dirty="0">
                <a:latin typeface="HY견고딕" panose="02030600000101010101" pitchFamily="18" charset="-127"/>
                <a:ea typeface="HY견고딕" panose="02030600000101010101" pitchFamily="18" charset="-127"/>
              </a:rPr>
              <a:t>대기 시간</a:t>
            </a:r>
            <a:r>
              <a:rPr lang="en-US" altLang="ko-KR" sz="1500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500" dirty="0">
                <a:latin typeface="HY견고딕" panose="02030600000101010101" pitchFamily="18" charset="-127"/>
                <a:ea typeface="HY견고딕" panose="02030600000101010101" pitchFamily="18" charset="-127"/>
              </a:rPr>
              <a:t>지속 시간</a:t>
            </a:r>
          </a:p>
        </p:txBody>
      </p:sp>
      <p:pic>
        <p:nvPicPr>
          <p:cNvPr id="29" name="그림 28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F456337-593B-1548-4E4B-A36DCFF679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5884" y="1003489"/>
            <a:ext cx="2915057" cy="340090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5A760F3-B45E-2949-211E-D9DBD86183D9}"/>
              </a:ext>
            </a:extLst>
          </p:cNvPr>
          <p:cNvSpPr txBox="1"/>
          <p:nvPr/>
        </p:nvSpPr>
        <p:spPr>
          <a:xfrm>
            <a:off x="9112688" y="4497639"/>
            <a:ext cx="2841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latin typeface="HY견고딕" panose="02030600000101010101" pitchFamily="18" charset="-127"/>
                <a:ea typeface="HY견고딕" panose="02030600000101010101" pitchFamily="18" charset="-127"/>
              </a:rPr>
              <a:t>사용자 정의 타입 값 복사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95884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3A040-B2A1-E2AF-B681-7701D5AE3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추후 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41A029-9DC5-82C0-FE68-969A994C2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3991616"/>
          </a:xfrm>
        </p:spPr>
        <p:txBody>
          <a:bodyPr>
            <a:normAutofit/>
          </a:bodyPr>
          <a:lstStyle/>
          <a:p>
            <a:r>
              <a:rPr lang="ko-KR" altLang="en-US" dirty="0"/>
              <a:t>현재 구현된 기본 정적</a:t>
            </a:r>
            <a:r>
              <a:rPr lang="en-US" altLang="ko-KR" dirty="0"/>
              <a:t>, </a:t>
            </a:r>
            <a:r>
              <a:rPr lang="ko-KR" altLang="en-US" dirty="0"/>
              <a:t>동적 이벤트를 기반으로 </a:t>
            </a:r>
            <a:br>
              <a:rPr lang="en-US" altLang="ko-KR" dirty="0"/>
            </a:br>
            <a:r>
              <a:rPr lang="ko-KR" altLang="en-US" dirty="0"/>
              <a:t>태풍</a:t>
            </a:r>
            <a:r>
              <a:rPr lang="en-US" altLang="ko-KR" dirty="0"/>
              <a:t>, </a:t>
            </a:r>
            <a:r>
              <a:rPr lang="ko-KR" altLang="en-US" dirty="0"/>
              <a:t>쓰나미</a:t>
            </a:r>
            <a:r>
              <a:rPr lang="en-US" altLang="ko-KR" dirty="0"/>
              <a:t>, </a:t>
            </a:r>
            <a:r>
              <a:rPr lang="ko-KR" altLang="en-US" dirty="0"/>
              <a:t>산사태 등 다양한 이벤트 제작</a:t>
            </a:r>
            <a:endParaRPr lang="en-US" altLang="ko-KR" dirty="0"/>
          </a:p>
          <a:p>
            <a:r>
              <a:rPr lang="ko-KR" altLang="en-US" dirty="0"/>
              <a:t>현재 구현된 구출 퀘스트 외</a:t>
            </a:r>
            <a:r>
              <a:rPr lang="en-US" altLang="ko-KR" dirty="0"/>
              <a:t>, </a:t>
            </a:r>
            <a:r>
              <a:rPr lang="ko-KR" altLang="en-US" dirty="0"/>
              <a:t>장애물 제거</a:t>
            </a:r>
            <a:r>
              <a:rPr lang="en-US" altLang="ko-KR" dirty="0"/>
              <a:t>, </a:t>
            </a:r>
            <a:r>
              <a:rPr lang="ko-KR" altLang="en-US" dirty="0"/>
              <a:t>도둑 맞는 물건 되찾기 등 </a:t>
            </a:r>
            <a:br>
              <a:rPr lang="en-US" altLang="ko-KR" dirty="0"/>
            </a:br>
            <a:r>
              <a:rPr lang="ko-KR" altLang="en-US" dirty="0"/>
              <a:t>다양한 퀘스트 제작 및 상호작용한 이벤트에 따라 </a:t>
            </a:r>
            <a:br>
              <a:rPr lang="en-US" altLang="ko-KR" dirty="0"/>
            </a:br>
            <a:r>
              <a:rPr lang="ko-KR" altLang="en-US" dirty="0"/>
              <a:t>알맞은 퀘스트 생성 로직 구현</a:t>
            </a:r>
            <a:endParaRPr lang="en-US" altLang="ko-KR" dirty="0"/>
          </a:p>
          <a:p>
            <a:r>
              <a:rPr lang="ko-KR" altLang="en-US" dirty="0"/>
              <a:t>메뉴 창을 띄우는 등 시스템이 정지되었을 때 이벤트의 </a:t>
            </a:r>
            <a:br>
              <a:rPr lang="en-US" altLang="ko-KR" dirty="0"/>
            </a:br>
            <a:r>
              <a:rPr lang="ko-KR" altLang="en-US" dirty="0"/>
              <a:t>지속시간</a:t>
            </a:r>
            <a:r>
              <a:rPr lang="en-US" altLang="ko-KR" dirty="0"/>
              <a:t>, </a:t>
            </a:r>
            <a:r>
              <a:rPr lang="ko-KR" altLang="en-US" dirty="0"/>
              <a:t>대기 시간 또한 정지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CF8C7F-202A-46D4-1C03-9A2E6985A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5</a:t>
            </a:fld>
            <a:r>
              <a:rPr lang="en-US" altLang="ko-KR" dirty="0"/>
              <a:t>/5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12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</TotalTime>
  <Words>189</Words>
  <Application>Microsoft Office PowerPoint</Application>
  <PresentationFormat>와이드스크린</PresentationFormat>
  <Paragraphs>45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HY견고딕</vt:lpstr>
      <vt:lpstr>맑은 고딕</vt:lpstr>
      <vt:lpstr>Arial</vt:lpstr>
      <vt:lpstr>Office 테마</vt:lpstr>
      <vt:lpstr>WQFS</vt:lpstr>
      <vt:lpstr>진행 상황</vt:lpstr>
      <vt:lpstr>진행 상황</vt:lpstr>
      <vt:lpstr>진행 상황</vt:lpstr>
      <vt:lpstr>추후 일정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 Oobayashi</dc:creator>
  <cp:lastModifiedBy>Ren Oobayashi</cp:lastModifiedBy>
  <cp:revision>87</cp:revision>
  <dcterms:created xsi:type="dcterms:W3CDTF">2025-08-27T12:40:34Z</dcterms:created>
  <dcterms:modified xsi:type="dcterms:W3CDTF">2025-11-02T14:19:20Z</dcterms:modified>
</cp:coreProperties>
</file>